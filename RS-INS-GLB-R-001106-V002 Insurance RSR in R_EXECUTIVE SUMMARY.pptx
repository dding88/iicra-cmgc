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134" r:id="rId1"/>
  </p:sldMasterIdLst>
  <p:notesMasterIdLst>
    <p:notesMasterId r:id="rId18"/>
  </p:notesMasterIdLst>
  <p:handoutMasterIdLst>
    <p:handoutMasterId r:id="rId19"/>
  </p:handoutMasterIdLst>
  <p:sldIdLst>
    <p:sldId id="306" r:id="rId2"/>
    <p:sldId id="325" r:id="rId3"/>
    <p:sldId id="330" r:id="rId4"/>
    <p:sldId id="326" r:id="rId5"/>
    <p:sldId id="327" r:id="rId6"/>
    <p:sldId id="331" r:id="rId7"/>
    <p:sldId id="332" r:id="rId8"/>
    <p:sldId id="335" r:id="rId9"/>
    <p:sldId id="314" r:id="rId10"/>
    <p:sldId id="316" r:id="rId11"/>
    <p:sldId id="339" r:id="rId12"/>
    <p:sldId id="346" r:id="rId13"/>
    <p:sldId id="347" r:id="rId14"/>
    <p:sldId id="345" r:id="rId15"/>
    <p:sldId id="321" r:id="rId16"/>
    <p:sldId id="323" r:id="rId17"/>
  </p:sldIdLst>
  <p:sldSz cx="9144000" cy="6858000" type="screen4x3"/>
  <p:notesSz cx="6980238" cy="9144000"/>
  <p:custDataLst>
    <p:tags r:id="rId20"/>
  </p:custDataLst>
  <p:defaultTextStyle>
    <a:defPPr>
      <a:defRPr lang="en-US"/>
    </a:defPPr>
    <a:lvl1pPr algn="l" defTabSz="457200" rtl="0" fontAlgn="base">
      <a:spcBef>
        <a:spcPct val="0"/>
      </a:spcBef>
      <a:spcAft>
        <a:spcPct val="0"/>
      </a:spcAft>
      <a:defRPr kern="1200">
        <a:solidFill>
          <a:schemeClr val="tx1"/>
        </a:solidFill>
        <a:latin typeface="Calibri"/>
        <a:ea typeface="MS PGothic" charset="0"/>
        <a:cs typeface="MS PGothic" charset="0"/>
      </a:defRPr>
    </a:lvl1pPr>
    <a:lvl2pPr marL="457200" algn="l" defTabSz="457200" rtl="0" fontAlgn="base">
      <a:spcBef>
        <a:spcPct val="0"/>
      </a:spcBef>
      <a:spcAft>
        <a:spcPct val="0"/>
      </a:spcAft>
      <a:defRPr kern="1200">
        <a:solidFill>
          <a:schemeClr val="tx1"/>
        </a:solidFill>
        <a:latin typeface="Calibri"/>
        <a:ea typeface="MS PGothic" charset="0"/>
        <a:cs typeface="MS PGothic" charset="0"/>
      </a:defRPr>
    </a:lvl2pPr>
    <a:lvl3pPr marL="914400" algn="l" defTabSz="457200" rtl="0" fontAlgn="base">
      <a:spcBef>
        <a:spcPct val="0"/>
      </a:spcBef>
      <a:spcAft>
        <a:spcPct val="0"/>
      </a:spcAft>
      <a:defRPr kern="1200">
        <a:solidFill>
          <a:schemeClr val="tx1"/>
        </a:solidFill>
        <a:latin typeface="Calibri"/>
        <a:ea typeface="MS PGothic" charset="0"/>
        <a:cs typeface="MS PGothic" charset="0"/>
      </a:defRPr>
    </a:lvl3pPr>
    <a:lvl4pPr marL="1371600" algn="l" defTabSz="457200" rtl="0" fontAlgn="base">
      <a:spcBef>
        <a:spcPct val="0"/>
      </a:spcBef>
      <a:spcAft>
        <a:spcPct val="0"/>
      </a:spcAft>
      <a:defRPr kern="1200">
        <a:solidFill>
          <a:schemeClr val="tx1"/>
        </a:solidFill>
        <a:latin typeface="Calibri"/>
        <a:ea typeface="MS PGothic" charset="0"/>
        <a:cs typeface="MS PGothic" charset="0"/>
      </a:defRPr>
    </a:lvl4pPr>
    <a:lvl5pPr marL="1828800" algn="l" defTabSz="457200" rtl="0" fontAlgn="base">
      <a:spcBef>
        <a:spcPct val="0"/>
      </a:spcBef>
      <a:spcAft>
        <a:spcPct val="0"/>
      </a:spcAft>
      <a:defRPr kern="1200">
        <a:solidFill>
          <a:schemeClr val="tx1"/>
        </a:solidFill>
        <a:latin typeface="Calibri"/>
        <a:ea typeface="MS PGothic" charset="0"/>
        <a:cs typeface="MS PGothic" charset="0"/>
      </a:defRPr>
    </a:lvl5pPr>
    <a:lvl6pPr marL="2286000" algn="l" defTabSz="457200" rtl="0" eaLnBrk="1" latinLnBrk="0" hangingPunct="1">
      <a:defRPr kern="1200">
        <a:solidFill>
          <a:schemeClr val="tx1"/>
        </a:solidFill>
        <a:latin typeface="Calibri"/>
        <a:ea typeface="MS PGothic" charset="0"/>
        <a:cs typeface="MS PGothic" charset="0"/>
      </a:defRPr>
    </a:lvl6pPr>
    <a:lvl7pPr marL="2743200" algn="l" defTabSz="457200" rtl="0" eaLnBrk="1" latinLnBrk="0" hangingPunct="1">
      <a:defRPr kern="1200">
        <a:solidFill>
          <a:schemeClr val="tx1"/>
        </a:solidFill>
        <a:latin typeface="Calibri"/>
        <a:ea typeface="MS PGothic" charset="0"/>
        <a:cs typeface="MS PGothic" charset="0"/>
      </a:defRPr>
    </a:lvl7pPr>
    <a:lvl8pPr marL="3200400" algn="l" defTabSz="457200" rtl="0" eaLnBrk="1" latinLnBrk="0" hangingPunct="1">
      <a:defRPr kern="1200">
        <a:solidFill>
          <a:schemeClr val="tx1"/>
        </a:solidFill>
        <a:latin typeface="Calibri"/>
        <a:ea typeface="MS PGothic" charset="0"/>
        <a:cs typeface="MS PGothic" charset="0"/>
      </a:defRPr>
    </a:lvl8pPr>
    <a:lvl9pPr marL="3657600" algn="l" defTabSz="457200" rtl="0" eaLnBrk="1" latinLnBrk="0" hangingPunct="1">
      <a:defRPr kern="1200">
        <a:solidFill>
          <a:schemeClr val="tx1"/>
        </a:solidFill>
        <a:latin typeface="Calibri"/>
        <a:ea typeface="MS PGothic" charset="0"/>
        <a:cs typeface="MS PGothic" charset="0"/>
      </a:defRPr>
    </a:lvl9pPr>
  </p:defaultTextStyle>
  <p:extLst>
    <p:ext uri="{EFAFB233-063F-42B5-8137-9DF3F51BA10A}">
      <p15:sldGuideLst xmlns:p15="http://schemas.microsoft.com/office/powerpoint/2012/main">
        <p15:guide id="1" orient="horz" pos="3144" userDrawn="1">
          <p15:clr>
            <a:srgbClr val="A4A3A4"/>
          </p15:clr>
        </p15:guide>
        <p15:guide id="2" orient="horz" pos="189" userDrawn="1">
          <p15:clr>
            <a:srgbClr val="A4A3A4"/>
          </p15:clr>
        </p15:guide>
        <p15:guide id="3" orient="horz" pos="696" userDrawn="1">
          <p15:clr>
            <a:srgbClr val="A4A3A4"/>
          </p15:clr>
        </p15:guide>
        <p15:guide id="4" orient="horz" pos="2592" userDrawn="1">
          <p15:clr>
            <a:srgbClr val="A4A3A4"/>
          </p15:clr>
        </p15:guide>
        <p15:guide id="5" orient="horz" pos="3775">
          <p15:clr>
            <a:srgbClr val="A4A3A4"/>
          </p15:clr>
        </p15:guide>
        <p15:guide id="6" pos="3336" userDrawn="1">
          <p15:clr>
            <a:srgbClr val="A4A3A4"/>
          </p15:clr>
        </p15:guide>
        <p15:guide id="7" pos="198">
          <p15:clr>
            <a:srgbClr val="A4A3A4"/>
          </p15:clr>
        </p15:guide>
        <p15:guide id="8" pos="4536" userDrawn="1">
          <p15:clr>
            <a:srgbClr val="A4A3A4"/>
          </p15:clr>
        </p15:guide>
        <p15:guide id="9" pos="4045">
          <p15:clr>
            <a:srgbClr val="A4A3A4"/>
          </p15:clr>
        </p15:guide>
        <p15:guide id="10" orient="horz" pos="3853" userDrawn="1">
          <p15:clr>
            <a:srgbClr val="A4A3A4"/>
          </p15:clr>
        </p15:guide>
      </p15:sldGuideLst>
    </p:ext>
    <p:ext uri="{2D200454-40CA-4A62-9FC3-DE9A4176ACB9}">
      <p15:notesGuideLst xmlns:p15="http://schemas.microsoft.com/office/powerpoint/2012/main">
        <p15:guide id="1" orient="horz" pos="2880" userDrawn="1">
          <p15:clr>
            <a:srgbClr val="A4A3A4"/>
          </p15:clr>
        </p15:guide>
        <p15:guide id="2" pos="2199"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7D324FF-6B3C-67A2-E406-8C1DEBF0DF0B}" name="Garg, Anoop (Analytical)" initials="GA" userId="S::anoop.garg@spglobal.com::88449b43-442b-4974-a67b-e76ecdb1452e"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8034E78-7F5D-4C2E-B375-FC64B27BC917}">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E8034E78-7F5D-4C2E-B375-FC64B27BC917}" styleName="Dark Style 1">
    <a:wholeTbl>
      <a:tcTxStyle>
        <a:fontRef idx="minor"/>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182" autoAdjust="0"/>
    <p:restoredTop sz="94660"/>
  </p:normalViewPr>
  <p:slideViewPr>
    <p:cSldViewPr snapToGrid="0">
      <p:cViewPr varScale="1">
        <p:scale>
          <a:sx n="59" d="100"/>
          <a:sy n="59" d="100"/>
        </p:scale>
        <p:origin x="1400" y="52"/>
      </p:cViewPr>
      <p:guideLst>
        <p:guide orient="horz" pos="3144"/>
        <p:guide orient="horz" pos="189"/>
        <p:guide orient="horz" pos="696"/>
        <p:guide orient="horz" pos="2592"/>
        <p:guide orient="horz" pos="3775"/>
        <p:guide pos="3336"/>
        <p:guide pos="198"/>
        <p:guide pos="4536"/>
        <p:guide pos="4045"/>
        <p:guide orient="horz" pos="3853"/>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99"/>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8/10/relationships/authors" Targe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2477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953853" y="0"/>
            <a:ext cx="3024770" cy="457200"/>
          </a:xfrm>
          <a:prstGeom prst="rect">
            <a:avLst/>
          </a:prstGeom>
        </p:spPr>
        <p:txBody>
          <a:bodyPr vert="horz" lIns="91440" tIns="45720" rIns="91440" bIns="45720" rtlCol="0"/>
          <a:lstStyle>
            <a:lvl1pPr algn="r">
              <a:defRPr sz="1200"/>
            </a:lvl1pPr>
          </a:lstStyle>
          <a:p>
            <a:fld id="{51E76258-0CB2-5E46-BDCC-DEDAA3D29929}" type="datetime1">
              <a:rPr lang="en-US" smtClean="0"/>
              <a:t>1/15/2026</a:t>
            </a:fld>
            <a:endParaRPr lang="en-US"/>
          </a:p>
        </p:txBody>
      </p:sp>
      <p:sp>
        <p:nvSpPr>
          <p:cNvPr id="4" name="Footer Placeholder 3"/>
          <p:cNvSpPr>
            <a:spLocks noGrp="1"/>
          </p:cNvSpPr>
          <p:nvPr>
            <p:ph type="ftr" sz="quarter" idx="2"/>
          </p:nvPr>
        </p:nvSpPr>
        <p:spPr>
          <a:xfrm>
            <a:off x="0" y="8685213"/>
            <a:ext cx="302477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953853" y="8685213"/>
            <a:ext cx="3024770" cy="457200"/>
          </a:xfrm>
          <a:prstGeom prst="rect">
            <a:avLst/>
          </a:prstGeom>
        </p:spPr>
        <p:txBody>
          <a:bodyPr vert="horz" lIns="91440" tIns="45720" rIns="91440" bIns="45720" rtlCol="0" anchor="b"/>
          <a:lstStyle>
            <a:lvl1pPr algn="r">
              <a:defRPr sz="1200"/>
            </a:lvl1pPr>
          </a:lstStyle>
          <a:p>
            <a:fld id="{AB9D3D46-F3C0-4F41-A7F5-0CE676534EBE}" type="slidenum">
              <a:rPr lang="en-US" smtClean="0"/>
              <a:t>‹#›</a:t>
            </a:fld>
            <a:endParaRPr lang="en-US"/>
          </a:p>
        </p:txBody>
      </p:sp>
    </p:spTree>
    <p:extLst>
      <p:ext uri="{BB962C8B-B14F-4D97-AF65-F5344CB8AC3E}">
        <p14:creationId xmlns:p14="http://schemas.microsoft.com/office/powerpoint/2010/main" val="2541497087"/>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2477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953853" y="0"/>
            <a:ext cx="3024770" cy="457200"/>
          </a:xfrm>
          <a:prstGeom prst="rect">
            <a:avLst/>
          </a:prstGeom>
        </p:spPr>
        <p:txBody>
          <a:bodyPr vert="horz" lIns="91440" tIns="45720" rIns="91440" bIns="45720" rtlCol="0"/>
          <a:lstStyle>
            <a:lvl1pPr algn="r">
              <a:defRPr sz="1200"/>
            </a:lvl1pPr>
          </a:lstStyle>
          <a:p>
            <a:fld id="{6CC18655-D016-D145-A70E-0F6F8E9B9A7C}" type="datetime1">
              <a:rPr lang="en-US" smtClean="0"/>
              <a:t>1/15/2026</a:t>
            </a:fld>
            <a:endParaRPr lang="en-US"/>
          </a:p>
        </p:txBody>
      </p:sp>
      <p:sp>
        <p:nvSpPr>
          <p:cNvPr id="4" name="Slide Image Placeholder 3"/>
          <p:cNvSpPr>
            <a:spLocks noGrp="1" noRot="1" noChangeAspect="1"/>
          </p:cNvSpPr>
          <p:nvPr>
            <p:ph type="sldImg" idx="2"/>
          </p:nvPr>
        </p:nvSpPr>
        <p:spPr>
          <a:xfrm>
            <a:off x="1203325" y="685800"/>
            <a:ext cx="4573588" cy="3429000"/>
          </a:xfrm>
          <a:prstGeom prst="rect">
            <a:avLst/>
          </a:prstGeom>
          <a:noFill/>
          <a:ln w="12700">
            <a:solidFill>
              <a:prstClr val="black"/>
            </a:solidFill>
          </a:ln>
        </p:spPr>
      </p:sp>
      <p:sp>
        <p:nvSpPr>
          <p:cNvPr id="5" name="Notes Placeholder 4"/>
          <p:cNvSpPr>
            <a:spLocks noGrp="1"/>
          </p:cNvSpPr>
          <p:nvPr>
            <p:ph type="body" sz="quarter" idx="3"/>
          </p:nvPr>
        </p:nvSpPr>
        <p:spPr>
          <a:xfrm>
            <a:off x="698024" y="4343400"/>
            <a:ext cx="5584190" cy="411480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302477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953853" y="8685213"/>
            <a:ext cx="3024770" cy="457200"/>
          </a:xfrm>
          <a:prstGeom prst="rect">
            <a:avLst/>
          </a:prstGeom>
        </p:spPr>
        <p:txBody>
          <a:bodyPr vert="horz" lIns="91440" tIns="45720" rIns="91440" bIns="45720" rtlCol="0" anchor="b"/>
          <a:lstStyle>
            <a:lvl1pPr algn="r">
              <a:defRPr sz="1200"/>
            </a:lvl1pPr>
          </a:lstStyle>
          <a:p>
            <a:fld id="{21C9A526-2B11-9B45-BFD7-2AA1CDA54972}" type="slidenum">
              <a:rPr lang="en-US" smtClean="0"/>
              <a:t>‹#›</a:t>
            </a:fld>
            <a:endParaRPr lang="en-US"/>
          </a:p>
        </p:txBody>
      </p:sp>
    </p:spTree>
    <p:extLst>
      <p:ext uri="{BB962C8B-B14F-4D97-AF65-F5344CB8AC3E}">
        <p14:creationId xmlns:p14="http://schemas.microsoft.com/office/powerpoint/2010/main" val="1422391221"/>
      </p:ext>
    </p:extLst>
  </p:cSld>
  <p:clrMap bg1="lt1" tx1="dk1" bg2="lt2" tx2="dk2" accent1="accent1" accent2="accent2" accent3="accent3" accent4="accent4" accent5="accent5" accent6="accent6" hlink="hlink" folHlink="folHlink"/>
  <p:hf hdr="0" ftr="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HK"/>
          </a:p>
        </p:txBody>
      </p:sp>
      <p:sp>
        <p:nvSpPr>
          <p:cNvPr id="4" name="Date Placeholder 3"/>
          <p:cNvSpPr>
            <a:spLocks noGrp="1"/>
          </p:cNvSpPr>
          <p:nvPr>
            <p:ph type="dt" idx="1"/>
          </p:nvPr>
        </p:nvSpPr>
        <p:spPr/>
        <p:txBody>
          <a:bodyPr/>
          <a:lstStyle/>
          <a:p>
            <a:fld id="{6CC18655-D016-D145-A70E-0F6F8E9B9A7C}" type="datetime1">
              <a:rPr lang="en-US" smtClean="0"/>
              <a:t>1/15/2026</a:t>
            </a:fld>
            <a:endParaRPr lang="en-US"/>
          </a:p>
        </p:txBody>
      </p:sp>
      <p:sp>
        <p:nvSpPr>
          <p:cNvPr id="5" name="Slide Number Placeholder 4"/>
          <p:cNvSpPr>
            <a:spLocks noGrp="1"/>
          </p:cNvSpPr>
          <p:nvPr>
            <p:ph type="sldNum" sz="quarter" idx="5"/>
          </p:nvPr>
        </p:nvSpPr>
        <p:spPr/>
        <p:txBody>
          <a:bodyPr/>
          <a:lstStyle/>
          <a:p>
            <a:fld id="{21C9A526-2B11-9B45-BFD7-2AA1CDA54972}" type="slidenum">
              <a:rPr lang="en-US" smtClean="0"/>
              <a:t>3</a:t>
            </a:fld>
            <a:endParaRPr lang="en-US"/>
          </a:p>
        </p:txBody>
      </p:sp>
    </p:spTree>
    <p:extLst>
      <p:ext uri="{BB962C8B-B14F-4D97-AF65-F5344CB8AC3E}">
        <p14:creationId xmlns:p14="http://schemas.microsoft.com/office/powerpoint/2010/main" val="40215519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6AFE262-7534-437E-883B-1B36A253D86E}" type="slidenum">
              <a:rPr lang="en-US" smtClean="0"/>
              <a:t>4</a:t>
            </a:fld>
            <a:endParaRPr lang="en-US"/>
          </a:p>
        </p:txBody>
      </p:sp>
    </p:spTree>
    <p:extLst>
      <p:ext uri="{BB962C8B-B14F-4D97-AF65-F5344CB8AC3E}">
        <p14:creationId xmlns:p14="http://schemas.microsoft.com/office/powerpoint/2010/main" val="137756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HK"/>
          </a:p>
        </p:txBody>
      </p:sp>
      <p:sp>
        <p:nvSpPr>
          <p:cNvPr id="4" name="Date Placeholder 3"/>
          <p:cNvSpPr>
            <a:spLocks noGrp="1"/>
          </p:cNvSpPr>
          <p:nvPr>
            <p:ph type="dt" idx="1"/>
          </p:nvPr>
        </p:nvSpPr>
        <p:spPr/>
        <p:txBody>
          <a:bodyPr/>
          <a:lstStyle/>
          <a:p>
            <a:fld id="{6CC18655-D016-D145-A70E-0F6F8E9B9A7C}" type="datetime1">
              <a:rPr lang="en-US" smtClean="0"/>
              <a:t>1/15/2026</a:t>
            </a:fld>
            <a:endParaRPr lang="en-US"/>
          </a:p>
        </p:txBody>
      </p:sp>
      <p:sp>
        <p:nvSpPr>
          <p:cNvPr id="5" name="Slide Number Placeholder 4"/>
          <p:cNvSpPr>
            <a:spLocks noGrp="1"/>
          </p:cNvSpPr>
          <p:nvPr>
            <p:ph type="sldNum" sz="quarter" idx="5"/>
          </p:nvPr>
        </p:nvSpPr>
        <p:spPr/>
        <p:txBody>
          <a:bodyPr/>
          <a:lstStyle/>
          <a:p>
            <a:fld id="{21C9A526-2B11-9B45-BFD7-2AA1CDA54972}" type="slidenum">
              <a:rPr lang="en-US" smtClean="0"/>
              <a:t>7</a:t>
            </a:fld>
            <a:endParaRPr lang="en-US"/>
          </a:p>
        </p:txBody>
      </p:sp>
    </p:spTree>
    <p:extLst>
      <p:ext uri="{BB962C8B-B14F-4D97-AF65-F5344CB8AC3E}">
        <p14:creationId xmlns:p14="http://schemas.microsoft.com/office/powerpoint/2010/main" val="24821129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HK"/>
          </a:p>
        </p:txBody>
      </p:sp>
      <p:sp>
        <p:nvSpPr>
          <p:cNvPr id="4" name="Date Placeholder 3"/>
          <p:cNvSpPr>
            <a:spLocks noGrp="1"/>
          </p:cNvSpPr>
          <p:nvPr>
            <p:ph type="dt" idx="1"/>
          </p:nvPr>
        </p:nvSpPr>
        <p:spPr/>
        <p:txBody>
          <a:bodyPr/>
          <a:lstStyle/>
          <a:p>
            <a:fld id="{6CC18655-D016-D145-A70E-0F6F8E9B9A7C}" type="datetime1">
              <a:rPr lang="en-US" smtClean="0"/>
              <a:t>1/15/2026</a:t>
            </a:fld>
            <a:endParaRPr lang="en-US"/>
          </a:p>
        </p:txBody>
      </p:sp>
      <p:sp>
        <p:nvSpPr>
          <p:cNvPr id="5" name="Slide Number Placeholder 4"/>
          <p:cNvSpPr>
            <a:spLocks noGrp="1"/>
          </p:cNvSpPr>
          <p:nvPr>
            <p:ph type="sldNum" sz="quarter" idx="5"/>
          </p:nvPr>
        </p:nvSpPr>
        <p:spPr/>
        <p:txBody>
          <a:bodyPr/>
          <a:lstStyle/>
          <a:p>
            <a:fld id="{21C9A526-2B11-9B45-BFD7-2AA1CDA54972}" type="slidenum">
              <a:rPr lang="en-US" smtClean="0"/>
              <a:t>10</a:t>
            </a:fld>
            <a:endParaRPr lang="en-US"/>
          </a:p>
        </p:txBody>
      </p:sp>
    </p:spTree>
    <p:extLst>
      <p:ext uri="{BB962C8B-B14F-4D97-AF65-F5344CB8AC3E}">
        <p14:creationId xmlns:p14="http://schemas.microsoft.com/office/powerpoint/2010/main" val="127814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HK"/>
          </a:p>
        </p:txBody>
      </p:sp>
      <p:sp>
        <p:nvSpPr>
          <p:cNvPr id="4" name="Date Placeholder 3"/>
          <p:cNvSpPr>
            <a:spLocks noGrp="1"/>
          </p:cNvSpPr>
          <p:nvPr>
            <p:ph type="dt" idx="1"/>
          </p:nvPr>
        </p:nvSpPr>
        <p:spPr/>
        <p:txBody>
          <a:bodyPr/>
          <a:lstStyle/>
          <a:p>
            <a:fld id="{6CC18655-D016-D145-A70E-0F6F8E9B9A7C}" type="datetime1">
              <a:rPr lang="en-US" smtClean="0"/>
              <a:t>1/15/2026</a:t>
            </a:fld>
            <a:endParaRPr lang="en-US"/>
          </a:p>
        </p:txBody>
      </p:sp>
      <p:sp>
        <p:nvSpPr>
          <p:cNvPr id="5" name="Slide Number Placeholder 4"/>
          <p:cNvSpPr>
            <a:spLocks noGrp="1"/>
          </p:cNvSpPr>
          <p:nvPr>
            <p:ph type="sldNum" sz="quarter" idx="5"/>
          </p:nvPr>
        </p:nvSpPr>
        <p:spPr/>
        <p:txBody>
          <a:bodyPr/>
          <a:lstStyle/>
          <a:p>
            <a:fld id="{21C9A526-2B11-9B45-BFD7-2AA1CDA54972}" type="slidenum">
              <a:rPr lang="en-US" smtClean="0"/>
              <a:t>14</a:t>
            </a:fld>
            <a:endParaRPr lang="en-US"/>
          </a:p>
        </p:txBody>
      </p:sp>
    </p:spTree>
    <p:extLst>
      <p:ext uri="{BB962C8B-B14F-4D97-AF65-F5344CB8AC3E}">
        <p14:creationId xmlns:p14="http://schemas.microsoft.com/office/powerpoint/2010/main" val="6884393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HK"/>
          </a:p>
        </p:txBody>
      </p:sp>
      <p:sp>
        <p:nvSpPr>
          <p:cNvPr id="4" name="Date Placeholder 3"/>
          <p:cNvSpPr>
            <a:spLocks noGrp="1"/>
          </p:cNvSpPr>
          <p:nvPr>
            <p:ph type="dt" idx="1"/>
          </p:nvPr>
        </p:nvSpPr>
        <p:spPr/>
        <p:txBody>
          <a:bodyPr/>
          <a:lstStyle/>
          <a:p>
            <a:fld id="{6CC18655-D016-D145-A70E-0F6F8E9B9A7C}" type="datetime1">
              <a:rPr lang="en-US" smtClean="0"/>
              <a:t>1/15/2026</a:t>
            </a:fld>
            <a:endParaRPr lang="en-US"/>
          </a:p>
        </p:txBody>
      </p:sp>
      <p:sp>
        <p:nvSpPr>
          <p:cNvPr id="5" name="Slide Number Placeholder 4"/>
          <p:cNvSpPr>
            <a:spLocks noGrp="1"/>
          </p:cNvSpPr>
          <p:nvPr>
            <p:ph type="sldNum" sz="quarter" idx="5"/>
          </p:nvPr>
        </p:nvSpPr>
        <p:spPr/>
        <p:txBody>
          <a:bodyPr/>
          <a:lstStyle/>
          <a:p>
            <a:fld id="{21C9A526-2B11-9B45-BFD7-2AA1CDA54972}" type="slidenum">
              <a:rPr lang="en-US" smtClean="0"/>
              <a:t>15</a:t>
            </a:fld>
            <a:endParaRPr lang="en-US"/>
          </a:p>
        </p:txBody>
      </p:sp>
    </p:spTree>
    <p:extLst>
      <p:ext uri="{BB962C8B-B14F-4D97-AF65-F5344CB8AC3E}">
        <p14:creationId xmlns:p14="http://schemas.microsoft.com/office/powerpoint/2010/main" val="20781219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white plain">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317352" y="152199"/>
            <a:ext cx="5322469" cy="2481677"/>
          </a:xfrm>
        </p:spPr>
        <p:txBody>
          <a:bodyPr lIns="0" tIns="0" rIns="0" bIns="0">
            <a:normAutofit/>
          </a:bodyPr>
          <a:lstStyle>
            <a:lvl1pPr>
              <a:lnSpc>
                <a:spcPct val="95000"/>
              </a:lnSpc>
              <a:defRPr sz="5700" b="0" i="0">
                <a:solidFill>
                  <a:schemeClr val="tx1"/>
                </a:solidFill>
                <a:latin typeface="Arial"/>
                <a:ea typeface="Arial"/>
                <a:cs typeface="Arial"/>
              </a:defRPr>
            </a:lvl1pPr>
          </a:lstStyle>
          <a:p>
            <a:r>
              <a:rPr lang="en-US"/>
              <a:t>Presentation</a:t>
            </a:r>
            <a:br>
              <a:rPr lang="en-US"/>
            </a:br>
            <a:r>
              <a:rPr lang="en-US"/>
              <a:t>Title</a:t>
            </a:r>
          </a:p>
        </p:txBody>
      </p:sp>
      <p:sp>
        <p:nvSpPr>
          <p:cNvPr id="10" name="Text Placeholder 9"/>
          <p:cNvSpPr>
            <a:spLocks noGrp="1"/>
          </p:cNvSpPr>
          <p:nvPr>
            <p:ph type="body" sz="quarter" idx="12" hasCustomPrompt="1"/>
          </p:nvPr>
        </p:nvSpPr>
        <p:spPr>
          <a:xfrm>
            <a:off x="320675" y="2719817"/>
            <a:ext cx="3968750" cy="440834"/>
          </a:xfrm>
        </p:spPr>
        <p:txBody>
          <a:bodyPr lIns="0" tIns="0" rIns="0" bIns="0"/>
          <a:lstStyle>
            <a:lvl1pPr>
              <a:defRPr sz="1900">
                <a:solidFill>
                  <a:schemeClr val="tx1"/>
                </a:solidFill>
              </a:defRPr>
            </a:lvl1pPr>
          </a:lstStyle>
          <a:p>
            <a:pPr lvl="0"/>
            <a:r>
              <a:rPr lang="en-US"/>
              <a:t>Subtitle</a:t>
            </a:r>
          </a:p>
        </p:txBody>
      </p:sp>
      <p:sp>
        <p:nvSpPr>
          <p:cNvPr id="11" name="Text Placeholder 9"/>
          <p:cNvSpPr>
            <a:spLocks noGrp="1"/>
          </p:cNvSpPr>
          <p:nvPr>
            <p:ph type="body" sz="quarter" idx="13" hasCustomPrompt="1"/>
          </p:nvPr>
        </p:nvSpPr>
        <p:spPr>
          <a:xfrm>
            <a:off x="6421438" y="284622"/>
            <a:ext cx="2381326" cy="440834"/>
          </a:xfrm>
        </p:spPr>
        <p:txBody>
          <a:bodyPr lIns="0" tIns="0" rIns="0" bIns="0"/>
          <a:lstStyle>
            <a:lvl1pPr>
              <a:spcBef>
                <a:spcPct val="0"/>
              </a:spcBef>
              <a:defRPr sz="1100">
                <a:solidFill>
                  <a:schemeClr val="tx1"/>
                </a:solidFill>
              </a:defRPr>
            </a:lvl1pPr>
          </a:lstStyle>
          <a:p>
            <a:pPr lvl="0"/>
            <a:r>
              <a:rPr lang="en-US"/>
              <a:t>Presenter Name</a:t>
            </a:r>
          </a:p>
        </p:txBody>
      </p:sp>
      <p:sp>
        <p:nvSpPr>
          <p:cNvPr id="13" name="Text Placeholder 9"/>
          <p:cNvSpPr>
            <a:spLocks noGrp="1"/>
          </p:cNvSpPr>
          <p:nvPr>
            <p:ph type="body" sz="quarter" idx="15" hasCustomPrompt="1"/>
          </p:nvPr>
        </p:nvSpPr>
        <p:spPr>
          <a:xfrm>
            <a:off x="6421438" y="1598177"/>
            <a:ext cx="2381326" cy="828861"/>
          </a:xfrm>
        </p:spPr>
        <p:txBody>
          <a:bodyPr lIns="0" tIns="0" rIns="0" bIns="0"/>
          <a:lstStyle>
            <a:lvl1pPr>
              <a:defRPr sz="950" baseline="0">
                <a:solidFill>
                  <a:schemeClr val="bg1">
                    <a:lumMod val="50000"/>
                  </a:schemeClr>
                </a:solidFill>
                <a:latin typeface="Arial Narrow" charset="0"/>
                <a:ea typeface="Arial Narrow" charset="0"/>
                <a:cs typeface="Arial Narrow" charset="0"/>
              </a:defRPr>
            </a:lvl1pPr>
          </a:lstStyle>
          <a:p>
            <a:pPr lvl="0"/>
            <a:r>
              <a:rPr lang="en-US"/>
              <a:t>Disclaimer paragraph</a:t>
            </a:r>
          </a:p>
        </p:txBody>
      </p:sp>
      <p:sp>
        <p:nvSpPr>
          <p:cNvPr id="4" name="Date Placeholder 3"/>
          <p:cNvSpPr>
            <a:spLocks noGrp="1"/>
          </p:cNvSpPr>
          <p:nvPr>
            <p:ph type="dt" sz="half" idx="18"/>
          </p:nvPr>
        </p:nvSpPr>
        <p:spPr>
          <a:xfrm>
            <a:off x="6421438" y="1098982"/>
            <a:ext cx="2381326" cy="223277"/>
          </a:xfrm>
        </p:spPr>
        <p:txBody>
          <a:bodyPr/>
          <a:lstStyle>
            <a:lvl1pPr algn="l">
              <a:defRPr b="0" i="0">
                <a:latin typeface="Arial"/>
                <a:ea typeface="Arial"/>
                <a:cs typeface="Arial"/>
              </a:defRPr>
            </a:lvl1pPr>
          </a:lstStyle>
          <a:p>
            <a:endParaRPr lang="en-US"/>
          </a:p>
        </p:txBody>
      </p:sp>
    </p:spTree>
    <p:extLst>
      <p:ext uri="{BB962C8B-B14F-4D97-AF65-F5344CB8AC3E}">
        <p14:creationId xmlns:p14="http://schemas.microsoft.com/office/powerpoint/2010/main" val="3864106431"/>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black plain">
    <p:bg>
      <p:bgRef idx="1001">
        <a:schemeClr val="bg1"/>
      </p:bgRef>
    </p:bg>
    <p:spTree>
      <p:nvGrpSpPr>
        <p:cNvPr id="1" name=""/>
        <p:cNvGrpSpPr/>
        <p:nvPr/>
      </p:nvGrpSpPr>
      <p:grpSpPr>
        <a:xfrm>
          <a:off x="0" y="0"/>
          <a:ext cx="0" cy="0"/>
          <a:chOff x="0" y="0"/>
          <a:chExt cx="0" cy="0"/>
        </a:xfrm>
      </p:grpSpPr>
      <p:sp>
        <p:nvSpPr>
          <p:cNvPr id="14" name="Rectangle 13"/>
          <p:cNvSpPr/>
          <p:nvPr userDrawn="1"/>
        </p:nvSpPr>
        <p:spPr>
          <a:xfrm>
            <a:off x="0" y="6018226"/>
            <a:ext cx="2381156" cy="839774"/>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en-US"/>
          </a:p>
        </p:txBody>
      </p:sp>
      <p:sp>
        <p:nvSpPr>
          <p:cNvPr id="8" name="Title 7"/>
          <p:cNvSpPr>
            <a:spLocks noGrp="1"/>
          </p:cNvSpPr>
          <p:nvPr>
            <p:ph type="title" hasCustomPrompt="1"/>
          </p:nvPr>
        </p:nvSpPr>
        <p:spPr>
          <a:xfrm>
            <a:off x="317352" y="152199"/>
            <a:ext cx="5322469" cy="2481677"/>
          </a:xfrm>
        </p:spPr>
        <p:txBody>
          <a:bodyPr lIns="0" tIns="0" rIns="0" bIns="0">
            <a:normAutofit/>
          </a:bodyPr>
          <a:lstStyle>
            <a:lvl1pPr>
              <a:lnSpc>
                <a:spcPct val="95000"/>
              </a:lnSpc>
              <a:defRPr sz="5700" b="0" i="0">
                <a:solidFill>
                  <a:schemeClr val="tx1"/>
                </a:solidFill>
                <a:latin typeface="Arial Regular" charset="0"/>
                <a:cs typeface="Arial Regular" charset="0"/>
              </a:defRPr>
            </a:lvl1pPr>
          </a:lstStyle>
          <a:p>
            <a:r>
              <a:rPr lang="en-US"/>
              <a:t>Presentation</a:t>
            </a:r>
            <a:br>
              <a:rPr lang="en-US"/>
            </a:br>
            <a:r>
              <a:rPr lang="en-US"/>
              <a:t>Title</a:t>
            </a:r>
          </a:p>
        </p:txBody>
      </p:sp>
      <p:sp>
        <p:nvSpPr>
          <p:cNvPr id="10" name="Text Placeholder 9"/>
          <p:cNvSpPr>
            <a:spLocks noGrp="1"/>
          </p:cNvSpPr>
          <p:nvPr>
            <p:ph type="body" sz="quarter" idx="12" hasCustomPrompt="1"/>
          </p:nvPr>
        </p:nvSpPr>
        <p:spPr>
          <a:xfrm>
            <a:off x="320675" y="2719817"/>
            <a:ext cx="3968750" cy="440834"/>
          </a:xfrm>
        </p:spPr>
        <p:txBody>
          <a:bodyPr lIns="0" tIns="0" rIns="0" bIns="0"/>
          <a:lstStyle>
            <a:lvl1pPr>
              <a:defRPr sz="1900">
                <a:solidFill>
                  <a:schemeClr val="tx1"/>
                </a:solidFill>
              </a:defRPr>
            </a:lvl1pPr>
          </a:lstStyle>
          <a:p>
            <a:pPr lvl="0"/>
            <a:r>
              <a:rPr lang="en-US"/>
              <a:t>Subtitle</a:t>
            </a:r>
          </a:p>
        </p:txBody>
      </p:sp>
      <p:sp>
        <p:nvSpPr>
          <p:cNvPr id="11" name="Text Placeholder 9"/>
          <p:cNvSpPr>
            <a:spLocks noGrp="1"/>
          </p:cNvSpPr>
          <p:nvPr>
            <p:ph type="body" sz="quarter" idx="13" hasCustomPrompt="1"/>
          </p:nvPr>
        </p:nvSpPr>
        <p:spPr>
          <a:xfrm>
            <a:off x="6421439" y="284622"/>
            <a:ext cx="2378176" cy="440834"/>
          </a:xfrm>
        </p:spPr>
        <p:txBody>
          <a:bodyPr lIns="0" tIns="0" rIns="0" bIns="0"/>
          <a:lstStyle>
            <a:lvl1pPr>
              <a:spcBef>
                <a:spcPct val="0"/>
              </a:spcBef>
              <a:defRPr sz="1100">
                <a:solidFill>
                  <a:schemeClr val="tx1"/>
                </a:solidFill>
              </a:defRPr>
            </a:lvl1pPr>
          </a:lstStyle>
          <a:p>
            <a:pPr lvl="0"/>
            <a:r>
              <a:rPr lang="en-US"/>
              <a:t>Presenter Name</a:t>
            </a:r>
          </a:p>
        </p:txBody>
      </p:sp>
      <p:sp>
        <p:nvSpPr>
          <p:cNvPr id="13" name="Text Placeholder 9"/>
          <p:cNvSpPr>
            <a:spLocks noGrp="1"/>
          </p:cNvSpPr>
          <p:nvPr>
            <p:ph type="body" sz="quarter" idx="15" hasCustomPrompt="1"/>
          </p:nvPr>
        </p:nvSpPr>
        <p:spPr>
          <a:xfrm>
            <a:off x="6421439" y="1602218"/>
            <a:ext cx="2378176" cy="828861"/>
          </a:xfrm>
        </p:spPr>
        <p:txBody>
          <a:bodyPr lIns="0" tIns="0" rIns="0" bIns="0"/>
          <a:lstStyle>
            <a:lvl1pPr>
              <a:defRPr sz="950" baseline="0">
                <a:solidFill>
                  <a:schemeClr val="tx1">
                    <a:lumMod val="65000"/>
                  </a:schemeClr>
                </a:solidFill>
                <a:latin typeface="Arial Narrow" charset="0"/>
                <a:ea typeface="Arial Narrow" charset="0"/>
                <a:cs typeface="Arial Narrow" charset="0"/>
              </a:defRPr>
            </a:lvl1pPr>
          </a:lstStyle>
          <a:p>
            <a:pPr lvl="0"/>
            <a:r>
              <a:rPr lang="en-US"/>
              <a:t>Disclaimer paragraph</a:t>
            </a:r>
          </a:p>
        </p:txBody>
      </p:sp>
      <p:sp>
        <p:nvSpPr>
          <p:cNvPr id="2" name="Date Placeholder 1"/>
          <p:cNvSpPr>
            <a:spLocks noGrp="1"/>
          </p:cNvSpPr>
          <p:nvPr>
            <p:ph type="dt" sz="half" idx="16"/>
          </p:nvPr>
        </p:nvSpPr>
        <p:spPr>
          <a:xfrm>
            <a:off x="6420775" y="1100212"/>
            <a:ext cx="2386676" cy="223277"/>
          </a:xfrm>
        </p:spPr>
        <p:txBody>
          <a:bodyPr/>
          <a:lstStyle>
            <a:lvl1pPr algn="l">
              <a:defRPr>
                <a:solidFill>
                  <a:schemeClr val="tx1"/>
                </a:solidFill>
              </a:defRPr>
            </a:lvl1pPr>
          </a:lstStyle>
          <a:p>
            <a:endParaRPr lang="en-US"/>
          </a:p>
        </p:txBody>
      </p:sp>
      <p:pic>
        <p:nvPicPr>
          <p:cNvPr id="12" name="Picture 1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73736" y="5978718"/>
            <a:ext cx="1252728" cy="711008"/>
          </a:xfrm>
          <a:prstGeom prst="rect">
            <a:avLst/>
          </a:prstGeom>
        </p:spPr>
      </p:pic>
    </p:spTree>
    <p:extLst>
      <p:ext uri="{BB962C8B-B14F-4D97-AF65-F5344CB8AC3E}">
        <p14:creationId xmlns:p14="http://schemas.microsoft.com/office/powerpoint/2010/main" val="68412909"/>
      </p:ext>
    </p:extLst>
  </p:cSld>
  <p:clrMapOvr>
    <a:overrideClrMapping bg1="dk1" tx1="lt1" bg2="dk2" tx2="lt2" accent1="accent1" accent2="accent2" accent3="accent3" accent4="accent4" accent5="accent5" accent6="accent6" hlink="hlink" folHlink="folHlink"/>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 white Big image">
    <p:spTree>
      <p:nvGrpSpPr>
        <p:cNvPr id="1" name=""/>
        <p:cNvGrpSpPr/>
        <p:nvPr/>
      </p:nvGrpSpPr>
      <p:grpSpPr>
        <a:xfrm>
          <a:off x="0" y="0"/>
          <a:ext cx="0" cy="0"/>
          <a:chOff x="0" y="0"/>
          <a:chExt cx="0" cy="0"/>
        </a:xfrm>
      </p:grpSpPr>
      <p:sp>
        <p:nvSpPr>
          <p:cNvPr id="4" name="Picture Placeholder 3"/>
          <p:cNvSpPr>
            <a:spLocks noGrp="1"/>
          </p:cNvSpPr>
          <p:nvPr>
            <p:ph type="pic" sz="quarter" idx="16" hasCustomPrompt="1"/>
          </p:nvPr>
        </p:nvSpPr>
        <p:spPr>
          <a:xfrm>
            <a:off x="320675" y="312738"/>
            <a:ext cx="8486775" cy="4645025"/>
          </a:xfrm>
          <a:ln>
            <a:noFill/>
          </a:ln>
        </p:spPr>
        <p:txBody>
          <a:bodyPr anchor="ctr"/>
          <a:lstStyle>
            <a:lvl1pPr algn="ctr">
              <a:defRPr>
                <a:solidFill>
                  <a:schemeClr val="tx1"/>
                </a:solidFill>
              </a:defRPr>
            </a:lvl1pPr>
          </a:lstStyle>
          <a:p>
            <a:r>
              <a:rPr lang="en-US"/>
              <a:t>Cover image</a:t>
            </a:r>
          </a:p>
        </p:txBody>
      </p:sp>
      <p:sp>
        <p:nvSpPr>
          <p:cNvPr id="8" name="Title 7"/>
          <p:cNvSpPr>
            <a:spLocks noGrp="1"/>
          </p:cNvSpPr>
          <p:nvPr>
            <p:ph type="title" hasCustomPrompt="1"/>
          </p:nvPr>
        </p:nvSpPr>
        <p:spPr>
          <a:xfrm>
            <a:off x="627626" y="556302"/>
            <a:ext cx="4863464" cy="1072240"/>
          </a:xfrm>
        </p:spPr>
        <p:txBody>
          <a:bodyPr lIns="0" tIns="0" rIns="0" bIns="0">
            <a:normAutofit/>
          </a:bodyPr>
          <a:lstStyle>
            <a:lvl1pPr>
              <a:lnSpc>
                <a:spcPct val="90000"/>
              </a:lnSpc>
              <a:defRPr sz="3750" b="0" i="0">
                <a:solidFill>
                  <a:schemeClr val="tx1"/>
                </a:solidFill>
                <a:latin typeface="Arial Regular" charset="0"/>
                <a:cs typeface="Arial Regular" charset="0"/>
              </a:defRPr>
            </a:lvl1pPr>
          </a:lstStyle>
          <a:p>
            <a:r>
              <a:rPr lang="en-US"/>
              <a:t>Presentation</a:t>
            </a:r>
            <a:br>
              <a:rPr lang="en-US"/>
            </a:br>
            <a:r>
              <a:rPr lang="en-US"/>
              <a:t>Title</a:t>
            </a:r>
          </a:p>
        </p:txBody>
      </p:sp>
      <p:sp>
        <p:nvSpPr>
          <p:cNvPr id="10" name="Text Placeholder 9"/>
          <p:cNvSpPr>
            <a:spLocks noGrp="1"/>
          </p:cNvSpPr>
          <p:nvPr>
            <p:ph type="body" sz="quarter" idx="12" hasCustomPrompt="1"/>
          </p:nvPr>
        </p:nvSpPr>
        <p:spPr>
          <a:xfrm>
            <a:off x="627625" y="1606241"/>
            <a:ext cx="4863464" cy="440834"/>
          </a:xfrm>
        </p:spPr>
        <p:txBody>
          <a:bodyPr lIns="0" tIns="0" rIns="0" bIns="0"/>
          <a:lstStyle>
            <a:lvl1pPr>
              <a:defRPr sz="1000">
                <a:solidFill>
                  <a:schemeClr val="tx1"/>
                </a:solidFill>
              </a:defRPr>
            </a:lvl1pPr>
          </a:lstStyle>
          <a:p>
            <a:pPr lvl="0"/>
            <a:r>
              <a:rPr lang="en-US"/>
              <a:t>Subtitle</a:t>
            </a:r>
          </a:p>
        </p:txBody>
      </p:sp>
      <p:sp>
        <p:nvSpPr>
          <p:cNvPr id="11" name="Text Placeholder 9"/>
          <p:cNvSpPr>
            <a:spLocks noGrp="1"/>
          </p:cNvSpPr>
          <p:nvPr>
            <p:ph type="body" sz="quarter" idx="13" hasCustomPrompt="1"/>
          </p:nvPr>
        </p:nvSpPr>
        <p:spPr>
          <a:xfrm>
            <a:off x="6421439" y="613908"/>
            <a:ext cx="2208150" cy="440834"/>
          </a:xfrm>
        </p:spPr>
        <p:txBody>
          <a:bodyPr lIns="0" tIns="0" rIns="0" bIns="0"/>
          <a:lstStyle>
            <a:lvl1pPr>
              <a:spcBef>
                <a:spcPct val="0"/>
              </a:spcBef>
              <a:defRPr sz="950">
                <a:solidFill>
                  <a:schemeClr val="tx1"/>
                </a:solidFill>
              </a:defRPr>
            </a:lvl1pPr>
          </a:lstStyle>
          <a:p>
            <a:pPr lvl="0"/>
            <a:r>
              <a:rPr lang="en-US"/>
              <a:t>Presenter Name</a:t>
            </a:r>
          </a:p>
        </p:txBody>
      </p:sp>
      <p:sp>
        <p:nvSpPr>
          <p:cNvPr id="13" name="Text Placeholder 9"/>
          <p:cNvSpPr>
            <a:spLocks noGrp="1"/>
          </p:cNvSpPr>
          <p:nvPr>
            <p:ph type="body" sz="quarter" idx="15" hasCustomPrompt="1"/>
          </p:nvPr>
        </p:nvSpPr>
        <p:spPr>
          <a:xfrm>
            <a:off x="6421439" y="1934679"/>
            <a:ext cx="2208150" cy="828861"/>
          </a:xfrm>
        </p:spPr>
        <p:txBody>
          <a:bodyPr lIns="0" tIns="0" rIns="0" bIns="0"/>
          <a:lstStyle>
            <a:lvl1pPr>
              <a:defRPr sz="950" baseline="0">
                <a:solidFill>
                  <a:schemeClr val="bg1">
                    <a:lumMod val="50000"/>
                  </a:schemeClr>
                </a:solidFill>
                <a:latin typeface="Arial Narrow" charset="0"/>
                <a:ea typeface="Arial Narrow" charset="0"/>
                <a:cs typeface="Arial Narrow" charset="0"/>
              </a:defRPr>
            </a:lvl1pPr>
          </a:lstStyle>
          <a:p>
            <a:pPr lvl="0"/>
            <a:r>
              <a:rPr lang="en-US"/>
              <a:t>Disclaimer paragraph</a:t>
            </a:r>
          </a:p>
        </p:txBody>
      </p:sp>
      <p:sp>
        <p:nvSpPr>
          <p:cNvPr id="2" name="Date Placeholder 1"/>
          <p:cNvSpPr>
            <a:spLocks noGrp="1"/>
          </p:cNvSpPr>
          <p:nvPr>
            <p:ph type="dt" sz="half" idx="17"/>
          </p:nvPr>
        </p:nvSpPr>
        <p:spPr>
          <a:xfrm>
            <a:off x="6420783" y="1291089"/>
            <a:ext cx="2216042" cy="223277"/>
          </a:xfrm>
        </p:spPr>
        <p:txBody>
          <a:bodyPr/>
          <a:lstStyle/>
          <a:p>
            <a:endParaRPr lang="en-US"/>
          </a:p>
        </p:txBody>
      </p:sp>
    </p:spTree>
    <p:extLst>
      <p:ext uri="{BB962C8B-B14F-4D97-AF65-F5344CB8AC3E}">
        <p14:creationId xmlns:p14="http://schemas.microsoft.com/office/powerpoint/2010/main" val="1646409323"/>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ver black Slim image">
    <p:bg>
      <p:bgRef idx="1001">
        <a:schemeClr val="bg1"/>
      </p:bgRef>
    </p:bg>
    <p:spTree>
      <p:nvGrpSpPr>
        <p:cNvPr id="1" name=""/>
        <p:cNvGrpSpPr/>
        <p:nvPr/>
      </p:nvGrpSpPr>
      <p:grpSpPr>
        <a:xfrm>
          <a:off x="0" y="0"/>
          <a:ext cx="0" cy="0"/>
          <a:chOff x="0" y="0"/>
          <a:chExt cx="0" cy="0"/>
        </a:xfrm>
      </p:grpSpPr>
      <p:sp>
        <p:nvSpPr>
          <p:cNvPr id="14" name="Rectangle 13"/>
          <p:cNvSpPr/>
          <p:nvPr userDrawn="1"/>
        </p:nvSpPr>
        <p:spPr>
          <a:xfrm>
            <a:off x="0" y="6018226"/>
            <a:ext cx="2381156" cy="839774"/>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en-US">
              <a:solidFill>
                <a:schemeClr val="tx1"/>
              </a:solidFill>
            </a:endParaRPr>
          </a:p>
        </p:txBody>
      </p:sp>
      <p:sp>
        <p:nvSpPr>
          <p:cNvPr id="4" name="Picture Placeholder 3"/>
          <p:cNvSpPr>
            <a:spLocks noGrp="1"/>
          </p:cNvSpPr>
          <p:nvPr>
            <p:ph type="pic" sz="quarter" idx="16" hasCustomPrompt="1"/>
          </p:nvPr>
        </p:nvSpPr>
        <p:spPr>
          <a:xfrm>
            <a:off x="320675" y="2419839"/>
            <a:ext cx="8486775" cy="2537621"/>
          </a:xfrm>
          <a:ln>
            <a:noFill/>
          </a:ln>
        </p:spPr>
        <p:txBody>
          <a:bodyPr anchor="ctr"/>
          <a:lstStyle>
            <a:lvl1pPr algn="ctr">
              <a:defRPr>
                <a:solidFill>
                  <a:schemeClr val="tx1"/>
                </a:solidFill>
              </a:defRPr>
            </a:lvl1pPr>
          </a:lstStyle>
          <a:p>
            <a:r>
              <a:rPr lang="en-US"/>
              <a:t>Cover image</a:t>
            </a:r>
          </a:p>
        </p:txBody>
      </p:sp>
      <p:sp>
        <p:nvSpPr>
          <p:cNvPr id="8" name="Title 7"/>
          <p:cNvSpPr>
            <a:spLocks noGrp="1"/>
          </p:cNvSpPr>
          <p:nvPr>
            <p:ph type="title" hasCustomPrompt="1"/>
          </p:nvPr>
        </p:nvSpPr>
        <p:spPr>
          <a:xfrm>
            <a:off x="320676" y="241240"/>
            <a:ext cx="5163199" cy="1072240"/>
          </a:xfrm>
        </p:spPr>
        <p:txBody>
          <a:bodyPr lIns="0" tIns="0" rIns="0" bIns="0">
            <a:normAutofit/>
          </a:bodyPr>
          <a:lstStyle>
            <a:lvl1pPr>
              <a:lnSpc>
                <a:spcPct val="90000"/>
              </a:lnSpc>
              <a:defRPr sz="3750" b="0" i="0">
                <a:solidFill>
                  <a:schemeClr val="tx1"/>
                </a:solidFill>
                <a:latin typeface="Arial Regular" charset="0"/>
                <a:cs typeface="Arial Regular" charset="0"/>
              </a:defRPr>
            </a:lvl1pPr>
          </a:lstStyle>
          <a:p>
            <a:r>
              <a:rPr lang="en-US"/>
              <a:t>Presentation</a:t>
            </a:r>
            <a:br>
              <a:rPr lang="en-US"/>
            </a:br>
            <a:r>
              <a:rPr lang="en-US"/>
              <a:t>Title</a:t>
            </a:r>
          </a:p>
        </p:txBody>
      </p:sp>
      <p:sp>
        <p:nvSpPr>
          <p:cNvPr id="10" name="Text Placeholder 9"/>
          <p:cNvSpPr>
            <a:spLocks noGrp="1"/>
          </p:cNvSpPr>
          <p:nvPr>
            <p:ph type="body" sz="quarter" idx="12" hasCustomPrompt="1"/>
          </p:nvPr>
        </p:nvSpPr>
        <p:spPr>
          <a:xfrm>
            <a:off x="320675" y="1291179"/>
            <a:ext cx="5163199" cy="440834"/>
          </a:xfrm>
        </p:spPr>
        <p:txBody>
          <a:bodyPr lIns="0" tIns="0" rIns="0" bIns="0"/>
          <a:lstStyle>
            <a:lvl1pPr>
              <a:defRPr sz="1000">
                <a:solidFill>
                  <a:schemeClr val="tx1"/>
                </a:solidFill>
              </a:defRPr>
            </a:lvl1pPr>
          </a:lstStyle>
          <a:p>
            <a:pPr lvl="0"/>
            <a:r>
              <a:rPr lang="en-US"/>
              <a:t>Subtitle</a:t>
            </a:r>
          </a:p>
        </p:txBody>
      </p:sp>
      <p:sp>
        <p:nvSpPr>
          <p:cNvPr id="11" name="Text Placeholder 9"/>
          <p:cNvSpPr>
            <a:spLocks noGrp="1"/>
          </p:cNvSpPr>
          <p:nvPr>
            <p:ph type="body" sz="quarter" idx="13" hasCustomPrompt="1"/>
          </p:nvPr>
        </p:nvSpPr>
        <p:spPr>
          <a:xfrm>
            <a:off x="6421438" y="298846"/>
            <a:ext cx="2378173" cy="440834"/>
          </a:xfrm>
        </p:spPr>
        <p:txBody>
          <a:bodyPr lIns="0" tIns="0" rIns="0" bIns="0"/>
          <a:lstStyle>
            <a:lvl1pPr>
              <a:spcBef>
                <a:spcPct val="0"/>
              </a:spcBef>
              <a:defRPr sz="950">
                <a:solidFill>
                  <a:schemeClr val="tx1"/>
                </a:solidFill>
              </a:defRPr>
            </a:lvl1pPr>
          </a:lstStyle>
          <a:p>
            <a:pPr lvl="0"/>
            <a:r>
              <a:rPr lang="en-US"/>
              <a:t>Presenter Name</a:t>
            </a:r>
          </a:p>
        </p:txBody>
      </p:sp>
      <p:sp>
        <p:nvSpPr>
          <p:cNvPr id="13" name="Text Placeholder 9"/>
          <p:cNvSpPr>
            <a:spLocks noGrp="1"/>
          </p:cNvSpPr>
          <p:nvPr>
            <p:ph type="body" sz="quarter" idx="15" hasCustomPrompt="1"/>
          </p:nvPr>
        </p:nvSpPr>
        <p:spPr>
          <a:xfrm>
            <a:off x="6421438" y="1598362"/>
            <a:ext cx="2378173" cy="828861"/>
          </a:xfrm>
        </p:spPr>
        <p:txBody>
          <a:bodyPr lIns="0" tIns="0" rIns="0" bIns="0"/>
          <a:lstStyle>
            <a:lvl1pPr>
              <a:defRPr sz="950" baseline="0">
                <a:solidFill>
                  <a:schemeClr val="tx1">
                    <a:lumMod val="65000"/>
                  </a:schemeClr>
                </a:solidFill>
                <a:latin typeface="Arial Narrow" charset="0"/>
                <a:ea typeface="Arial Narrow" charset="0"/>
                <a:cs typeface="Arial Narrow" charset="0"/>
              </a:defRPr>
            </a:lvl1pPr>
          </a:lstStyle>
          <a:p>
            <a:pPr lvl="0"/>
            <a:r>
              <a:rPr lang="en-US"/>
              <a:t>Disclaimer paragraph</a:t>
            </a:r>
          </a:p>
        </p:txBody>
      </p:sp>
      <p:sp>
        <p:nvSpPr>
          <p:cNvPr id="2" name="Date Placeholder 1"/>
          <p:cNvSpPr>
            <a:spLocks noGrp="1"/>
          </p:cNvSpPr>
          <p:nvPr>
            <p:ph type="dt" sz="half" idx="17"/>
          </p:nvPr>
        </p:nvSpPr>
        <p:spPr>
          <a:xfrm>
            <a:off x="6420776" y="1100212"/>
            <a:ext cx="2386674" cy="223277"/>
          </a:xfrm>
        </p:spPr>
        <p:txBody>
          <a:bodyPr/>
          <a:lstStyle>
            <a:lvl1pPr>
              <a:defRPr>
                <a:solidFill>
                  <a:srgbClr val="FFFFFF"/>
                </a:solidFill>
              </a:defRPr>
            </a:lvl1pPr>
          </a:lstStyle>
          <a:p>
            <a:endParaRPr lang="en-US"/>
          </a:p>
        </p:txBody>
      </p:sp>
      <p:pic>
        <p:nvPicPr>
          <p:cNvPr id="12" name="Picture 1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73736" y="5978718"/>
            <a:ext cx="1252728" cy="711008"/>
          </a:xfrm>
          <a:prstGeom prst="rect">
            <a:avLst/>
          </a:prstGeom>
        </p:spPr>
      </p:pic>
    </p:spTree>
    <p:extLst>
      <p:ext uri="{BB962C8B-B14F-4D97-AF65-F5344CB8AC3E}">
        <p14:creationId xmlns:p14="http://schemas.microsoft.com/office/powerpoint/2010/main" val="2744765954"/>
      </p:ext>
    </p:extLst>
  </p:cSld>
  <p:clrMapOvr>
    <a:overrideClrMapping bg1="dk1" tx1="lt1" bg2="dk2" tx2="lt2" accent1="accent1" accent2="accent2" accent3="accent3" accent4="accent4" accent5="accent5" accent6="accent6" hlink="hlink" folHlink="folHlink"/>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ver white Slim image">
    <p:bg>
      <p:bgRef idx="1001">
        <a:schemeClr val="bg1"/>
      </p:bgRef>
    </p:bg>
    <p:spTree>
      <p:nvGrpSpPr>
        <p:cNvPr id="1" name=""/>
        <p:cNvGrpSpPr/>
        <p:nvPr/>
      </p:nvGrpSpPr>
      <p:grpSpPr>
        <a:xfrm>
          <a:off x="0" y="0"/>
          <a:ext cx="0" cy="0"/>
          <a:chOff x="0" y="0"/>
          <a:chExt cx="0" cy="0"/>
        </a:xfrm>
      </p:grpSpPr>
      <p:sp>
        <p:nvSpPr>
          <p:cNvPr id="4" name="Picture Placeholder 3"/>
          <p:cNvSpPr>
            <a:spLocks noGrp="1"/>
          </p:cNvSpPr>
          <p:nvPr>
            <p:ph type="pic" sz="quarter" idx="16" hasCustomPrompt="1"/>
          </p:nvPr>
        </p:nvSpPr>
        <p:spPr>
          <a:xfrm>
            <a:off x="320675" y="2419839"/>
            <a:ext cx="8486775" cy="2537621"/>
          </a:xfrm>
          <a:ln>
            <a:noFill/>
          </a:ln>
        </p:spPr>
        <p:txBody>
          <a:bodyPr anchor="ctr"/>
          <a:lstStyle>
            <a:lvl1pPr algn="ctr">
              <a:defRPr>
                <a:solidFill>
                  <a:schemeClr val="tx1"/>
                </a:solidFill>
              </a:defRPr>
            </a:lvl1pPr>
          </a:lstStyle>
          <a:p>
            <a:r>
              <a:rPr lang="en-US"/>
              <a:t>Cover image</a:t>
            </a:r>
          </a:p>
        </p:txBody>
      </p:sp>
      <p:sp>
        <p:nvSpPr>
          <p:cNvPr id="8" name="Title 7"/>
          <p:cNvSpPr>
            <a:spLocks noGrp="1"/>
          </p:cNvSpPr>
          <p:nvPr>
            <p:ph type="title" hasCustomPrompt="1"/>
          </p:nvPr>
        </p:nvSpPr>
        <p:spPr>
          <a:xfrm>
            <a:off x="320676" y="241240"/>
            <a:ext cx="4257351" cy="1072240"/>
          </a:xfrm>
        </p:spPr>
        <p:txBody>
          <a:bodyPr lIns="0" tIns="0" rIns="0" bIns="0">
            <a:normAutofit/>
          </a:bodyPr>
          <a:lstStyle>
            <a:lvl1pPr>
              <a:lnSpc>
                <a:spcPct val="90000"/>
              </a:lnSpc>
              <a:defRPr sz="3750" b="0" i="0">
                <a:solidFill>
                  <a:schemeClr val="tx1"/>
                </a:solidFill>
                <a:latin typeface="Arial Regular" charset="0"/>
                <a:cs typeface="Arial Regular" charset="0"/>
              </a:defRPr>
            </a:lvl1pPr>
          </a:lstStyle>
          <a:p>
            <a:r>
              <a:rPr lang="en-US"/>
              <a:t>Presentation</a:t>
            </a:r>
            <a:br>
              <a:rPr lang="en-US"/>
            </a:br>
            <a:r>
              <a:rPr lang="en-US"/>
              <a:t>Title</a:t>
            </a:r>
          </a:p>
        </p:txBody>
      </p:sp>
      <p:sp>
        <p:nvSpPr>
          <p:cNvPr id="10" name="Text Placeholder 9"/>
          <p:cNvSpPr>
            <a:spLocks noGrp="1"/>
          </p:cNvSpPr>
          <p:nvPr>
            <p:ph type="body" sz="quarter" idx="12" hasCustomPrompt="1"/>
          </p:nvPr>
        </p:nvSpPr>
        <p:spPr>
          <a:xfrm>
            <a:off x="320675" y="1291179"/>
            <a:ext cx="4257351" cy="440834"/>
          </a:xfrm>
        </p:spPr>
        <p:txBody>
          <a:bodyPr lIns="0" tIns="0" rIns="0" bIns="0"/>
          <a:lstStyle>
            <a:lvl1pPr>
              <a:defRPr sz="1000">
                <a:solidFill>
                  <a:schemeClr val="tx1"/>
                </a:solidFill>
              </a:defRPr>
            </a:lvl1pPr>
          </a:lstStyle>
          <a:p>
            <a:pPr lvl="0"/>
            <a:r>
              <a:rPr lang="en-US"/>
              <a:t>Subtitle</a:t>
            </a:r>
          </a:p>
        </p:txBody>
      </p:sp>
      <p:sp>
        <p:nvSpPr>
          <p:cNvPr id="11" name="Text Placeholder 9"/>
          <p:cNvSpPr>
            <a:spLocks noGrp="1"/>
          </p:cNvSpPr>
          <p:nvPr>
            <p:ph type="body" sz="quarter" idx="13" hasCustomPrompt="1"/>
          </p:nvPr>
        </p:nvSpPr>
        <p:spPr>
          <a:xfrm>
            <a:off x="6422098" y="298846"/>
            <a:ext cx="2377514" cy="440834"/>
          </a:xfrm>
        </p:spPr>
        <p:txBody>
          <a:bodyPr lIns="0" tIns="0" rIns="0" bIns="0"/>
          <a:lstStyle>
            <a:lvl1pPr>
              <a:spcBef>
                <a:spcPct val="0"/>
              </a:spcBef>
              <a:defRPr sz="950">
                <a:solidFill>
                  <a:schemeClr val="tx1"/>
                </a:solidFill>
              </a:defRPr>
            </a:lvl1pPr>
          </a:lstStyle>
          <a:p>
            <a:pPr lvl="0"/>
            <a:r>
              <a:rPr lang="en-US"/>
              <a:t>Presenter Name</a:t>
            </a:r>
          </a:p>
        </p:txBody>
      </p:sp>
      <p:sp>
        <p:nvSpPr>
          <p:cNvPr id="13" name="Text Placeholder 9"/>
          <p:cNvSpPr>
            <a:spLocks noGrp="1"/>
          </p:cNvSpPr>
          <p:nvPr>
            <p:ph type="body" sz="quarter" idx="15" hasCustomPrompt="1"/>
          </p:nvPr>
        </p:nvSpPr>
        <p:spPr>
          <a:xfrm>
            <a:off x="6422098" y="1601707"/>
            <a:ext cx="2377514" cy="828861"/>
          </a:xfrm>
        </p:spPr>
        <p:txBody>
          <a:bodyPr lIns="0" tIns="0" rIns="0" bIns="0"/>
          <a:lstStyle>
            <a:lvl1pPr>
              <a:defRPr sz="950" baseline="0">
                <a:solidFill>
                  <a:schemeClr val="bg1">
                    <a:lumMod val="50000"/>
                  </a:schemeClr>
                </a:solidFill>
                <a:latin typeface="Arial Narrow" charset="0"/>
                <a:ea typeface="Arial Narrow" charset="0"/>
                <a:cs typeface="Arial Narrow" charset="0"/>
              </a:defRPr>
            </a:lvl1pPr>
          </a:lstStyle>
          <a:p>
            <a:pPr lvl="0"/>
            <a:r>
              <a:rPr lang="en-US"/>
              <a:t>Disclaimer paragraph</a:t>
            </a:r>
          </a:p>
        </p:txBody>
      </p:sp>
      <p:sp>
        <p:nvSpPr>
          <p:cNvPr id="2" name="Date Placeholder 1"/>
          <p:cNvSpPr>
            <a:spLocks noGrp="1"/>
          </p:cNvSpPr>
          <p:nvPr>
            <p:ph type="dt" sz="half" idx="17"/>
          </p:nvPr>
        </p:nvSpPr>
        <p:spPr>
          <a:xfrm>
            <a:off x="6421438" y="1100212"/>
            <a:ext cx="2386012" cy="223277"/>
          </a:xfrm>
        </p:spPr>
        <p:txBody>
          <a:bodyPr/>
          <a:lstStyle/>
          <a:p>
            <a:endParaRPr lang="en-US"/>
          </a:p>
        </p:txBody>
      </p:sp>
    </p:spTree>
    <p:extLst>
      <p:ext uri="{BB962C8B-B14F-4D97-AF65-F5344CB8AC3E}">
        <p14:creationId xmlns:p14="http://schemas.microsoft.com/office/powerpoint/2010/main" val="2888406154"/>
      </p:ext>
    </p:extLst>
  </p:cSld>
  <p:clrMapOvr>
    <a:overrideClrMapping bg1="lt1" tx1="dk1" bg2="lt2" tx2="dk2" accent1="accent1" accent2="accent2" accent3="accent3" accent4="accent4" accent5="accent5" accent6="accent6" hlink="hlink" folHlink="folHlink"/>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nSpc>
                <a:spcPct val="85000"/>
              </a:lnSpc>
              <a:defRPr/>
            </a:lvl1pPr>
          </a:lstStyle>
          <a:p>
            <a:r>
              <a:rPr lang="en-US"/>
              <a:t>Click to edit Master title style</a:t>
            </a:r>
          </a:p>
        </p:txBody>
      </p:sp>
      <p:sp>
        <p:nvSpPr>
          <p:cNvPr id="3" name="Footer Placeholder 2"/>
          <p:cNvSpPr>
            <a:spLocks noGrp="1"/>
          </p:cNvSpPr>
          <p:nvPr>
            <p:ph type="ftr" sz="quarter" idx="10"/>
          </p:nvPr>
        </p:nvSpPr>
        <p:spPr/>
        <p:txBody>
          <a:bodyPr/>
          <a:lstStyle/>
          <a:p>
            <a:r>
              <a:rPr lang="en-US"/>
              <a:t>Private &amp; Confidential</a:t>
            </a:r>
          </a:p>
        </p:txBody>
      </p:sp>
      <p:sp>
        <p:nvSpPr>
          <p:cNvPr id="4" name="Slide Number Placeholder 3"/>
          <p:cNvSpPr>
            <a:spLocks noGrp="1"/>
          </p:cNvSpPr>
          <p:nvPr>
            <p:ph type="sldNum" sz="quarter" idx="11"/>
          </p:nvPr>
        </p:nvSpPr>
        <p:spPr/>
        <p:txBody>
          <a:bodyPr/>
          <a:lstStyle/>
          <a:p>
            <a:fld id="{BDDC3DCF-E0A7-DA4A-BC2C-1EC3743A297B}" type="slidenum">
              <a:rPr lang="en-US" smtClean="0"/>
              <a:t>‹#›</a:t>
            </a:fld>
            <a:endParaRPr lang="en-US"/>
          </a:p>
        </p:txBody>
      </p:sp>
      <p:sp>
        <p:nvSpPr>
          <p:cNvPr id="6" name="Content Placeholder 5"/>
          <p:cNvSpPr>
            <a:spLocks noGrp="1"/>
          </p:cNvSpPr>
          <p:nvPr>
            <p:ph sz="quarter" idx="12"/>
          </p:nvPr>
        </p:nvSpPr>
        <p:spPr>
          <a:xfrm>
            <a:off x="317351" y="1529220"/>
            <a:ext cx="8503543" cy="4279005"/>
          </a:xfrm>
        </p:spPr>
        <p:txBody>
          <a:bodyPr/>
          <a:lstStyle>
            <a:lvl1pPr>
              <a:defRPr b="0" i="0">
                <a:latin typeface="Arial Regular" charset="0"/>
                <a:cs typeface="Arial Regular" charset="0"/>
              </a:defRPr>
            </a:lvl1pPr>
            <a:lvl2pPr marL="0" marR="0" indent="0" algn="l" defTabSz="457200" rtl="0" eaLnBrk="1" fontAlgn="auto" latinLnBrk="0" hangingPunct="1">
              <a:lnSpc>
                <a:spcPct val="100000"/>
              </a:lnSpc>
              <a:spcBef>
                <a:spcPts val="500"/>
              </a:spcBef>
              <a:spcAft>
                <a:spcPct val="0"/>
              </a:spcAft>
              <a:buClrTx/>
              <a:buSzTx/>
              <a:buFont typeface="Arial"/>
              <a:buNone/>
              <a:defRPr b="0" i="0">
                <a:latin typeface="Arial Regular" charset="0"/>
                <a:cs typeface="Arial Regular" charset="0"/>
              </a:defRPr>
            </a:lvl2pPr>
          </a:lstStyle>
          <a:p>
            <a:pPr lvl="0"/>
            <a:r>
              <a:rPr lang="en-US"/>
              <a:t>Click to edit Master text styles</a:t>
            </a:r>
          </a:p>
          <a:p>
            <a:pPr marL="182880" marR="0" lvl="1" indent="-182880" algn="l" defTabSz="457200" rtl="0" eaLnBrk="1" fontAlgn="auto" latinLnBrk="0" hangingPunct="1">
              <a:lnSpc>
                <a:spcPct val="100000"/>
              </a:lnSpc>
              <a:spcBef>
                <a:spcPts val="500"/>
              </a:spcBef>
              <a:spcAft>
                <a:spcPct val="0"/>
              </a:spcAft>
              <a:buClrTx/>
              <a:buSzTx/>
              <a:buFont typeface="Arial"/>
              <a:buChar char="•"/>
              <a:defRPr/>
            </a:pPr>
            <a:r>
              <a:rPr lang="en-US"/>
              <a:t>Second level. Level 2 Body text can be Regular or Bold. Level 2 Body text can be Regular or Bold. </a:t>
            </a:r>
          </a:p>
          <a:p>
            <a:pPr lvl="2"/>
            <a:r>
              <a:rPr lang="en-US"/>
              <a:t>Third level</a:t>
            </a:r>
          </a:p>
          <a:p>
            <a:pPr lvl="3"/>
            <a:r>
              <a:rPr lang="en-US"/>
              <a:t>Fourth level</a:t>
            </a:r>
          </a:p>
          <a:p>
            <a:pPr lvl="4"/>
            <a:r>
              <a:rPr lang="en-US"/>
              <a:t>Fifth level</a:t>
            </a:r>
          </a:p>
        </p:txBody>
      </p:sp>
      <p:sp>
        <p:nvSpPr>
          <p:cNvPr id="7" name="Text Placeholder 9"/>
          <p:cNvSpPr>
            <a:spLocks noGrp="1"/>
          </p:cNvSpPr>
          <p:nvPr>
            <p:ph type="body" sz="quarter" idx="13" hasCustomPrompt="1"/>
          </p:nvPr>
        </p:nvSpPr>
        <p:spPr>
          <a:xfrm>
            <a:off x="314324" y="747521"/>
            <a:ext cx="8122409" cy="440834"/>
          </a:xfrm>
        </p:spPr>
        <p:txBody>
          <a:bodyPr lIns="0" tIns="0" rIns="0" bIns="0"/>
          <a:lstStyle>
            <a:lvl1pPr>
              <a:defRPr sz="1900" b="0">
                <a:solidFill>
                  <a:schemeClr val="tx1"/>
                </a:solidFill>
              </a:defRPr>
            </a:lvl1pPr>
          </a:lstStyle>
          <a:p>
            <a:pPr lvl="0"/>
            <a:r>
              <a:rPr lang="en-US"/>
              <a:t>Subtitle</a:t>
            </a:r>
          </a:p>
        </p:txBody>
      </p:sp>
    </p:spTree>
    <p:extLst>
      <p:ext uri="{BB962C8B-B14F-4D97-AF65-F5344CB8AC3E}">
        <p14:creationId xmlns:p14="http://schemas.microsoft.com/office/powerpoint/2010/main" val="3661002871"/>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wDisclaimer">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Footer Placeholder 2"/>
          <p:cNvSpPr>
            <a:spLocks noGrp="1"/>
          </p:cNvSpPr>
          <p:nvPr>
            <p:ph type="ftr" sz="quarter" idx="10"/>
          </p:nvPr>
        </p:nvSpPr>
        <p:spPr/>
        <p:txBody>
          <a:bodyPr/>
          <a:lstStyle/>
          <a:p>
            <a:r>
              <a:rPr lang="en-US"/>
              <a:t>Private &amp; Confidential</a:t>
            </a:r>
          </a:p>
        </p:txBody>
      </p:sp>
      <p:sp>
        <p:nvSpPr>
          <p:cNvPr id="4" name="Slide Number Placeholder 3"/>
          <p:cNvSpPr>
            <a:spLocks noGrp="1"/>
          </p:cNvSpPr>
          <p:nvPr>
            <p:ph type="sldNum" sz="quarter" idx="11"/>
          </p:nvPr>
        </p:nvSpPr>
        <p:spPr/>
        <p:txBody>
          <a:bodyPr/>
          <a:lstStyle/>
          <a:p>
            <a:fld id="{BDDC3DCF-E0A7-DA4A-BC2C-1EC3743A297B}" type="slidenum">
              <a:rPr lang="en-US" smtClean="0"/>
              <a:t>‹#›</a:t>
            </a:fld>
            <a:endParaRPr lang="en-US"/>
          </a:p>
        </p:txBody>
      </p:sp>
      <p:sp>
        <p:nvSpPr>
          <p:cNvPr id="6" name="Content Placeholder 5"/>
          <p:cNvSpPr>
            <a:spLocks noGrp="1"/>
          </p:cNvSpPr>
          <p:nvPr>
            <p:ph sz="quarter" idx="12"/>
          </p:nvPr>
        </p:nvSpPr>
        <p:spPr>
          <a:xfrm>
            <a:off x="317351" y="1529220"/>
            <a:ext cx="8503920" cy="2990117"/>
          </a:xfrm>
        </p:spPr>
        <p:txBody>
          <a:bodyPr/>
          <a:lstStyle>
            <a:lvl1pPr>
              <a:defRPr b="0" i="0">
                <a:latin typeface="Arial Regular" charset="0"/>
                <a:cs typeface="Arial Regular" charset="0"/>
              </a:defRPr>
            </a:lvl1pPr>
            <a:lvl2pPr marL="0" marR="0" indent="0" algn="l" defTabSz="457200" rtl="0" eaLnBrk="1" fontAlgn="auto" latinLnBrk="0" hangingPunct="1">
              <a:lnSpc>
                <a:spcPct val="100000"/>
              </a:lnSpc>
              <a:spcBef>
                <a:spcPts val="500"/>
              </a:spcBef>
              <a:spcAft>
                <a:spcPct val="0"/>
              </a:spcAft>
              <a:buClrTx/>
              <a:buSzTx/>
              <a:buFont typeface="Arial"/>
              <a:buNone/>
              <a:defRPr b="0" i="0">
                <a:latin typeface="Arial Regular" charset="0"/>
                <a:cs typeface="Arial Regular" charset="0"/>
              </a:defRPr>
            </a:lvl2pPr>
          </a:lstStyle>
          <a:p>
            <a:pPr lvl="0"/>
            <a:r>
              <a:rPr lang="en-US"/>
              <a:t>Click to edit Master text styles</a:t>
            </a:r>
          </a:p>
          <a:p>
            <a:pPr marL="182880" marR="0" lvl="1" indent="-182880" algn="l" defTabSz="457200" rtl="0" eaLnBrk="1" fontAlgn="auto" latinLnBrk="0" hangingPunct="1">
              <a:lnSpc>
                <a:spcPct val="100000"/>
              </a:lnSpc>
              <a:spcBef>
                <a:spcPts val="500"/>
              </a:spcBef>
              <a:spcAft>
                <a:spcPct val="0"/>
              </a:spcAft>
              <a:buClrTx/>
              <a:buSzTx/>
              <a:buFont typeface="Arial"/>
              <a:buChar char="•"/>
              <a:defRPr/>
            </a:pPr>
            <a:r>
              <a:rPr lang="en-US"/>
              <a:t>Second level. Level 2 Body text can be Regular or Bold. Level 2 Body text can be Regular or Bold. </a:t>
            </a:r>
          </a:p>
          <a:p>
            <a:pPr lvl="2"/>
            <a:r>
              <a:rPr lang="en-US"/>
              <a:t>Third level</a:t>
            </a:r>
          </a:p>
          <a:p>
            <a:pPr lvl="3"/>
            <a:r>
              <a:rPr lang="en-US"/>
              <a:t>Fourth level</a:t>
            </a:r>
          </a:p>
          <a:p>
            <a:pPr lvl="4"/>
            <a:r>
              <a:rPr lang="en-US"/>
              <a:t>Fifth level</a:t>
            </a:r>
          </a:p>
        </p:txBody>
      </p:sp>
      <p:sp>
        <p:nvSpPr>
          <p:cNvPr id="7" name="Content Placeholder 5"/>
          <p:cNvSpPr>
            <a:spLocks noGrp="1"/>
          </p:cNvSpPr>
          <p:nvPr>
            <p:ph sz="quarter" idx="13"/>
          </p:nvPr>
        </p:nvSpPr>
        <p:spPr>
          <a:xfrm>
            <a:off x="314324" y="4921041"/>
            <a:ext cx="8503920" cy="1096047"/>
          </a:xfrm>
        </p:spPr>
        <p:txBody>
          <a:bodyPr anchor="b"/>
          <a:lstStyle>
            <a:lvl1pPr>
              <a:defRPr sz="950" b="0" i="0">
                <a:latin typeface="Arial Narrow" charset="0"/>
                <a:ea typeface="Arial Narrow" charset="0"/>
                <a:cs typeface="Arial Narrow" charset="0"/>
              </a:defRPr>
            </a:lvl1pPr>
            <a:lvl2pPr marL="0" marR="0" indent="0" algn="l" defTabSz="457200" rtl="0" eaLnBrk="1" fontAlgn="auto" latinLnBrk="0" hangingPunct="1">
              <a:lnSpc>
                <a:spcPct val="100000"/>
              </a:lnSpc>
              <a:spcBef>
                <a:spcPts val="500"/>
              </a:spcBef>
              <a:spcAft>
                <a:spcPct val="0"/>
              </a:spcAft>
              <a:buClrTx/>
              <a:buSzTx/>
              <a:buFont typeface="Arial"/>
              <a:buNone/>
              <a:defRPr sz="950" b="0" i="0">
                <a:latin typeface="Arial Narrow" charset="0"/>
                <a:ea typeface="Arial Narrow" charset="0"/>
                <a:cs typeface="Arial Narrow" charset="0"/>
              </a:defRPr>
            </a:lvl2pPr>
            <a:lvl3pPr>
              <a:defRPr sz="950">
                <a:latin typeface="Arial Narrow" charset="0"/>
                <a:ea typeface="Arial Narrow" charset="0"/>
                <a:cs typeface="Arial Narrow" charset="0"/>
              </a:defRPr>
            </a:lvl3pPr>
            <a:lvl4pPr>
              <a:defRPr sz="950">
                <a:latin typeface="Arial Narrow" charset="0"/>
                <a:ea typeface="Arial Narrow" charset="0"/>
                <a:cs typeface="Arial Narrow" charset="0"/>
              </a:defRPr>
            </a:lvl4pPr>
            <a:lvl5pPr>
              <a:defRPr sz="950">
                <a:latin typeface="Arial Narrow" charset="0"/>
                <a:ea typeface="Arial Narrow" charset="0"/>
                <a:cs typeface="Arial Narrow" charset="0"/>
              </a:defRPr>
            </a:lvl5pPr>
          </a:lstStyle>
          <a:p>
            <a:pPr lvl="0"/>
            <a:r>
              <a:rPr lang="en-US"/>
              <a:t>Click to edit Master text styles</a:t>
            </a:r>
          </a:p>
          <a:p>
            <a:pPr marL="182880" marR="0" lvl="1" indent="-182880" algn="l" defTabSz="457200" rtl="0" eaLnBrk="1" fontAlgn="auto" latinLnBrk="0" hangingPunct="1">
              <a:lnSpc>
                <a:spcPct val="100000"/>
              </a:lnSpc>
              <a:spcBef>
                <a:spcPts val="500"/>
              </a:spcBef>
              <a:spcAft>
                <a:spcPct val="0"/>
              </a:spcAft>
              <a:buClrTx/>
              <a:buSzTx/>
              <a:buFont typeface="Arial"/>
              <a:buChar char="•"/>
              <a:defRPr/>
            </a:pPr>
            <a:r>
              <a:rPr lang="en-US"/>
              <a:t>Second level. Level 2 Body text can be Regular or Bold. Level 2 Body text can be Regular or Bold. </a:t>
            </a:r>
          </a:p>
          <a:p>
            <a:pPr lvl="2"/>
            <a:r>
              <a:rPr lang="en-US"/>
              <a:t>Third level</a:t>
            </a:r>
          </a:p>
          <a:p>
            <a:pPr lvl="3"/>
            <a:r>
              <a:rPr lang="en-US"/>
              <a:t>Fourth level</a:t>
            </a:r>
          </a:p>
          <a:p>
            <a:pPr lvl="4"/>
            <a:r>
              <a:rPr lang="en-US"/>
              <a:t>Fifth level</a:t>
            </a:r>
          </a:p>
        </p:txBody>
      </p:sp>
      <p:sp>
        <p:nvSpPr>
          <p:cNvPr id="8" name="Text Placeholder 9"/>
          <p:cNvSpPr>
            <a:spLocks noGrp="1"/>
          </p:cNvSpPr>
          <p:nvPr>
            <p:ph type="body" sz="quarter" idx="14" hasCustomPrompt="1"/>
          </p:nvPr>
        </p:nvSpPr>
        <p:spPr>
          <a:xfrm>
            <a:off x="314324" y="747521"/>
            <a:ext cx="8122409" cy="440834"/>
          </a:xfrm>
        </p:spPr>
        <p:txBody>
          <a:bodyPr lIns="0" tIns="0" rIns="0" bIns="0"/>
          <a:lstStyle>
            <a:lvl1pPr>
              <a:defRPr sz="1900" b="0">
                <a:solidFill>
                  <a:schemeClr val="tx1"/>
                </a:solidFill>
              </a:defRPr>
            </a:lvl1pPr>
          </a:lstStyle>
          <a:p>
            <a:pPr lvl="0"/>
            <a:r>
              <a:rPr lang="en-US"/>
              <a:t>Subtitle</a:t>
            </a:r>
          </a:p>
        </p:txBody>
      </p:sp>
    </p:spTree>
    <p:extLst>
      <p:ext uri="{BB962C8B-B14F-4D97-AF65-F5344CB8AC3E}">
        <p14:creationId xmlns:p14="http://schemas.microsoft.com/office/powerpoint/2010/main" val="3767424387"/>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Big poi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Footer Placeholder 2"/>
          <p:cNvSpPr>
            <a:spLocks noGrp="1"/>
          </p:cNvSpPr>
          <p:nvPr>
            <p:ph type="ftr" sz="quarter" idx="10"/>
          </p:nvPr>
        </p:nvSpPr>
        <p:spPr/>
        <p:txBody>
          <a:bodyPr/>
          <a:lstStyle/>
          <a:p>
            <a:r>
              <a:rPr lang="en-US"/>
              <a:t>Private &amp; Confidential</a:t>
            </a:r>
          </a:p>
        </p:txBody>
      </p:sp>
      <p:sp>
        <p:nvSpPr>
          <p:cNvPr id="4" name="Slide Number Placeholder 3"/>
          <p:cNvSpPr>
            <a:spLocks noGrp="1"/>
          </p:cNvSpPr>
          <p:nvPr>
            <p:ph type="sldNum" sz="quarter" idx="11"/>
          </p:nvPr>
        </p:nvSpPr>
        <p:spPr/>
        <p:txBody>
          <a:bodyPr/>
          <a:lstStyle/>
          <a:p>
            <a:fld id="{BDDC3DCF-E0A7-DA4A-BC2C-1EC3743A297B}" type="slidenum">
              <a:rPr lang="en-US" smtClean="0"/>
              <a:t>‹#›</a:t>
            </a:fld>
            <a:endParaRPr lang="en-US"/>
          </a:p>
        </p:txBody>
      </p:sp>
      <p:sp>
        <p:nvSpPr>
          <p:cNvPr id="6" name="Content Placeholder 5"/>
          <p:cNvSpPr>
            <a:spLocks noGrp="1"/>
          </p:cNvSpPr>
          <p:nvPr>
            <p:ph sz="quarter" idx="12" hasCustomPrompt="1"/>
          </p:nvPr>
        </p:nvSpPr>
        <p:spPr>
          <a:xfrm>
            <a:off x="317350" y="1464423"/>
            <a:ext cx="4553195" cy="4339737"/>
          </a:xfrm>
        </p:spPr>
        <p:txBody>
          <a:bodyPr/>
          <a:lstStyle>
            <a:lvl1pPr>
              <a:defRPr sz="3750" b="0" i="0">
                <a:latin typeface="Arial Regular" charset="0"/>
                <a:cs typeface="Arial Regular" charset="0"/>
              </a:defRPr>
            </a:lvl1pPr>
          </a:lstStyle>
          <a:p>
            <a:pPr lvl="0"/>
            <a:r>
              <a:rPr lang="en-US"/>
              <a:t>This is a quote or a call-out message.</a:t>
            </a:r>
          </a:p>
          <a:p>
            <a:pPr lvl="1"/>
            <a:r>
              <a:rPr lang="en-US"/>
              <a:t>Second level</a:t>
            </a:r>
          </a:p>
          <a:p>
            <a:pPr lvl="2"/>
            <a:r>
              <a:rPr lang="en-US"/>
              <a:t>Third level</a:t>
            </a:r>
          </a:p>
          <a:p>
            <a:pPr lvl="3"/>
            <a:r>
              <a:rPr lang="en-US"/>
              <a:t>Fourth level</a:t>
            </a:r>
          </a:p>
          <a:p>
            <a:pPr lvl="4"/>
            <a:r>
              <a:rPr lang="en-US"/>
              <a:t>Fifth level</a:t>
            </a:r>
          </a:p>
        </p:txBody>
      </p:sp>
      <p:sp>
        <p:nvSpPr>
          <p:cNvPr id="7" name="Content Placeholder 5"/>
          <p:cNvSpPr>
            <a:spLocks noGrp="1"/>
          </p:cNvSpPr>
          <p:nvPr>
            <p:ph sz="quarter" idx="13" hasCustomPrompt="1"/>
          </p:nvPr>
        </p:nvSpPr>
        <p:spPr>
          <a:xfrm>
            <a:off x="5325131" y="1464423"/>
            <a:ext cx="3482320" cy="4339484"/>
          </a:xfrm>
        </p:spPr>
        <p:txBody>
          <a:bodyPr/>
          <a:lstStyle>
            <a:lvl1pPr>
              <a:defRPr sz="2000" b="0" i="0" baseline="0">
                <a:latin typeface="Arial Regular" charset="0"/>
                <a:cs typeface="Arial Regular" charset="0"/>
              </a:defRPr>
            </a:lvl1pPr>
            <a:lvl2pPr marL="171450" indent="-171450">
              <a:buFont typeface="Arial"/>
              <a:buChar char="•"/>
              <a:defRPr sz="1000"/>
            </a:lvl2pPr>
          </a:lstStyle>
          <a:p>
            <a:pPr lvl="0"/>
            <a:r>
              <a:rPr lang="en-US"/>
              <a:t>Play with your available ratios</a:t>
            </a:r>
          </a:p>
          <a:p>
            <a:pPr lvl="1"/>
            <a:r>
              <a:rPr lang="en-US"/>
              <a:t>Second level</a:t>
            </a:r>
          </a:p>
          <a:p>
            <a:pPr lvl="2"/>
            <a:r>
              <a:rPr lang="en-US"/>
              <a:t>Third level</a:t>
            </a:r>
          </a:p>
          <a:p>
            <a:pPr lvl="3"/>
            <a:r>
              <a:rPr lang="en-US"/>
              <a:t>Fourth level</a:t>
            </a:r>
          </a:p>
          <a:p>
            <a:pPr lvl="4"/>
            <a:r>
              <a:rPr lang="en-US"/>
              <a:t>Fifth level</a:t>
            </a:r>
          </a:p>
        </p:txBody>
      </p:sp>
      <p:sp>
        <p:nvSpPr>
          <p:cNvPr id="8" name="Text Placeholder 9"/>
          <p:cNvSpPr>
            <a:spLocks noGrp="1"/>
          </p:cNvSpPr>
          <p:nvPr>
            <p:ph type="body" sz="quarter" idx="14" hasCustomPrompt="1"/>
          </p:nvPr>
        </p:nvSpPr>
        <p:spPr>
          <a:xfrm>
            <a:off x="314324" y="747521"/>
            <a:ext cx="8122409" cy="440834"/>
          </a:xfrm>
        </p:spPr>
        <p:txBody>
          <a:bodyPr lIns="0" tIns="0" rIns="0" bIns="0"/>
          <a:lstStyle>
            <a:lvl1pPr>
              <a:defRPr sz="1900" b="0">
                <a:solidFill>
                  <a:schemeClr val="tx1"/>
                </a:solidFill>
              </a:defRPr>
            </a:lvl1pPr>
          </a:lstStyle>
          <a:p>
            <a:pPr lvl="0"/>
            <a:r>
              <a:rPr lang="en-US"/>
              <a:t>Subtitle</a:t>
            </a:r>
          </a:p>
        </p:txBody>
      </p:sp>
    </p:spTree>
    <p:extLst>
      <p:ext uri="{BB962C8B-B14F-4D97-AF65-F5344CB8AC3E}">
        <p14:creationId xmlns:p14="http://schemas.microsoft.com/office/powerpoint/2010/main" val="2529520575"/>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vider white plain">
    <p:bg>
      <p:bgRef idx="1001">
        <a:schemeClr val="bg1"/>
      </p:bgRef>
    </p:bg>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320676" y="183512"/>
            <a:ext cx="7315200" cy="5170834"/>
          </a:xfrm>
        </p:spPr>
        <p:txBody>
          <a:bodyPr lIns="0" tIns="0" rIns="0" bIns="0"/>
          <a:lstStyle>
            <a:lvl1pPr>
              <a:lnSpc>
                <a:spcPct val="90000"/>
              </a:lnSpc>
              <a:defRPr sz="5700" b="0" i="0">
                <a:solidFill>
                  <a:schemeClr val="tx1"/>
                </a:solidFill>
                <a:latin typeface="Arial Regular" charset="0"/>
                <a:cs typeface="Arial Regular" charset="0"/>
              </a:defRPr>
            </a:lvl1pPr>
          </a:lstStyle>
          <a:p>
            <a:r>
              <a:rPr lang="en-US"/>
              <a:t>Divider</a:t>
            </a:r>
            <a:br>
              <a:rPr lang="en-US"/>
            </a:br>
            <a:r>
              <a:rPr lang="en-US"/>
              <a:t>Page</a:t>
            </a:r>
          </a:p>
        </p:txBody>
      </p:sp>
      <p:sp>
        <p:nvSpPr>
          <p:cNvPr id="3" name="Footer Placeholder 2"/>
          <p:cNvSpPr>
            <a:spLocks noGrp="1"/>
          </p:cNvSpPr>
          <p:nvPr>
            <p:ph type="ftr" sz="quarter" idx="17"/>
          </p:nvPr>
        </p:nvSpPr>
        <p:spPr/>
        <p:txBody>
          <a:bodyPr/>
          <a:lstStyle/>
          <a:p>
            <a:r>
              <a:rPr lang="en-US"/>
              <a:t>Private &amp; Confidential</a:t>
            </a:r>
          </a:p>
        </p:txBody>
      </p:sp>
      <p:sp>
        <p:nvSpPr>
          <p:cNvPr id="5" name="Slide Number Placeholder 4"/>
          <p:cNvSpPr>
            <a:spLocks noGrp="1"/>
          </p:cNvSpPr>
          <p:nvPr>
            <p:ph type="sldNum" sz="quarter" idx="18"/>
          </p:nvPr>
        </p:nvSpPr>
        <p:spPr/>
        <p:txBody>
          <a:bodyPr/>
          <a:lstStyle/>
          <a:p>
            <a:fld id="{BDDC3DCF-E0A7-DA4A-BC2C-1EC3743A297B}" type="slidenum">
              <a:rPr lang="en-US" smtClean="0"/>
              <a:t>‹#›</a:t>
            </a:fld>
            <a:endParaRPr lang="en-US"/>
          </a:p>
        </p:txBody>
      </p:sp>
    </p:spTree>
    <p:extLst>
      <p:ext uri="{BB962C8B-B14F-4D97-AF65-F5344CB8AC3E}">
        <p14:creationId xmlns:p14="http://schemas.microsoft.com/office/powerpoint/2010/main" val="2669430039"/>
      </p:ext>
    </p:extLst>
  </p:cSld>
  <p:clrMapOvr>
    <a:overrideClrMapping bg1="lt1" tx1="dk1" bg2="lt2" tx2="dk2" accent1="accent1" accent2="accent2" accent3="accent3" accent4="accent4" accent5="accent5" accent6="accent6" hlink="hlink" folHlink="folHlink"/>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ivider black plain">
    <p:bg>
      <p:bgRef idx="1001">
        <a:schemeClr val="bg1"/>
      </p:bgRef>
    </p:bg>
    <p:spTree>
      <p:nvGrpSpPr>
        <p:cNvPr id="1" name=""/>
        <p:cNvGrpSpPr/>
        <p:nvPr/>
      </p:nvGrpSpPr>
      <p:grpSpPr>
        <a:xfrm>
          <a:off x="0" y="0"/>
          <a:ext cx="0" cy="0"/>
          <a:chOff x="0" y="0"/>
          <a:chExt cx="0" cy="0"/>
        </a:xfrm>
      </p:grpSpPr>
      <p:sp>
        <p:nvSpPr>
          <p:cNvPr id="14" name="Rectangle 13"/>
          <p:cNvSpPr/>
          <p:nvPr userDrawn="1"/>
        </p:nvSpPr>
        <p:spPr>
          <a:xfrm>
            <a:off x="0" y="6018226"/>
            <a:ext cx="2381156" cy="839774"/>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en-US">
              <a:solidFill>
                <a:schemeClr val="tx1"/>
              </a:solidFill>
            </a:endParaRPr>
          </a:p>
        </p:txBody>
      </p:sp>
      <p:sp>
        <p:nvSpPr>
          <p:cNvPr id="8" name="Title 7"/>
          <p:cNvSpPr>
            <a:spLocks noGrp="1"/>
          </p:cNvSpPr>
          <p:nvPr>
            <p:ph type="title" hasCustomPrompt="1"/>
          </p:nvPr>
        </p:nvSpPr>
        <p:spPr>
          <a:xfrm>
            <a:off x="320676" y="183512"/>
            <a:ext cx="7315200" cy="5170834"/>
          </a:xfrm>
        </p:spPr>
        <p:txBody>
          <a:bodyPr lIns="0" tIns="0" rIns="0" bIns="0"/>
          <a:lstStyle>
            <a:lvl1pPr>
              <a:lnSpc>
                <a:spcPct val="90000"/>
              </a:lnSpc>
              <a:defRPr sz="5700" b="0" i="0">
                <a:solidFill>
                  <a:schemeClr val="tx1"/>
                </a:solidFill>
                <a:latin typeface="Arial Regular" charset="0"/>
                <a:cs typeface="Arial Regular" charset="0"/>
              </a:defRPr>
            </a:lvl1pPr>
          </a:lstStyle>
          <a:p>
            <a:r>
              <a:rPr lang="en-US"/>
              <a:t>Divider</a:t>
            </a:r>
            <a:br>
              <a:rPr lang="en-US"/>
            </a:br>
            <a:r>
              <a:rPr lang="en-US"/>
              <a:t>Page</a:t>
            </a:r>
          </a:p>
        </p:txBody>
      </p:sp>
      <p:sp>
        <p:nvSpPr>
          <p:cNvPr id="3" name="Footer Placeholder 2"/>
          <p:cNvSpPr>
            <a:spLocks noGrp="1"/>
          </p:cNvSpPr>
          <p:nvPr>
            <p:ph type="ftr" sz="quarter" idx="17"/>
          </p:nvPr>
        </p:nvSpPr>
        <p:spPr/>
        <p:txBody>
          <a:bodyPr/>
          <a:lstStyle>
            <a:lvl1pPr>
              <a:defRPr>
                <a:solidFill>
                  <a:srgbClr val="FFFFFF"/>
                </a:solidFill>
              </a:defRPr>
            </a:lvl1pPr>
          </a:lstStyle>
          <a:p>
            <a:r>
              <a:rPr lang="en-US"/>
              <a:t>Private &amp; Confidential</a:t>
            </a:r>
          </a:p>
        </p:txBody>
      </p:sp>
      <p:sp>
        <p:nvSpPr>
          <p:cNvPr id="5" name="Slide Number Placeholder 4"/>
          <p:cNvSpPr>
            <a:spLocks noGrp="1"/>
          </p:cNvSpPr>
          <p:nvPr>
            <p:ph type="sldNum" sz="quarter" idx="18"/>
          </p:nvPr>
        </p:nvSpPr>
        <p:spPr/>
        <p:txBody>
          <a:bodyPr/>
          <a:lstStyle>
            <a:lvl1pPr>
              <a:defRPr>
                <a:solidFill>
                  <a:schemeClr val="tx1"/>
                </a:solidFill>
              </a:defRPr>
            </a:lvl1pPr>
          </a:lstStyle>
          <a:p>
            <a:fld id="{BDDC3DCF-E0A7-DA4A-BC2C-1EC3743A297B}" type="slidenum">
              <a:rPr lang="en-US" smtClean="0"/>
              <a:t>‹#›</a:t>
            </a:fld>
            <a:endParaRPr lang="en-US"/>
          </a:p>
        </p:txBody>
      </p:sp>
      <p:pic>
        <p:nvPicPr>
          <p:cNvPr id="9" name="Picture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73736" y="5978718"/>
            <a:ext cx="1252728" cy="711008"/>
          </a:xfrm>
          <a:prstGeom prst="rect">
            <a:avLst/>
          </a:prstGeom>
        </p:spPr>
      </p:pic>
    </p:spTree>
    <p:extLst>
      <p:ext uri="{BB962C8B-B14F-4D97-AF65-F5344CB8AC3E}">
        <p14:creationId xmlns:p14="http://schemas.microsoft.com/office/powerpoint/2010/main" val="2891646557"/>
      </p:ext>
    </p:extLst>
  </p:cSld>
  <p:clrMapOvr>
    <a:overrideClrMapping bg1="dk1" tx1="lt1" bg2="dk2" tx2="lt2" accent1="accent1" accent2="accent2" accent3="accent3" accent4="accent4" accent5="accent5" accent6="accent6" hlink="hlink" folHlink="folHlink"/>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ivider Image Big title">
    <p:bg>
      <p:bgRef idx="1001">
        <a:schemeClr val="bg1"/>
      </p:bgRef>
    </p:bg>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320676" y="223699"/>
            <a:ext cx="7315200" cy="1201846"/>
          </a:xfrm>
        </p:spPr>
        <p:txBody>
          <a:bodyPr lIns="0" tIns="0" rIns="0" bIns="0"/>
          <a:lstStyle>
            <a:lvl1pPr>
              <a:lnSpc>
                <a:spcPct val="90000"/>
              </a:lnSpc>
              <a:defRPr sz="3750" b="0" i="0">
                <a:solidFill>
                  <a:schemeClr val="tx1"/>
                </a:solidFill>
                <a:latin typeface="Arial Regular" charset="0"/>
                <a:cs typeface="Arial Regular" charset="0"/>
              </a:defRPr>
            </a:lvl1pPr>
          </a:lstStyle>
          <a:p>
            <a:r>
              <a:rPr lang="en-US"/>
              <a:t>Divider</a:t>
            </a:r>
            <a:br>
              <a:rPr lang="en-US"/>
            </a:br>
            <a:r>
              <a:rPr lang="en-US"/>
              <a:t>Page</a:t>
            </a:r>
          </a:p>
        </p:txBody>
      </p:sp>
      <p:sp>
        <p:nvSpPr>
          <p:cNvPr id="3" name="Footer Placeholder 2"/>
          <p:cNvSpPr>
            <a:spLocks noGrp="1"/>
          </p:cNvSpPr>
          <p:nvPr>
            <p:ph type="ftr" sz="quarter" idx="17"/>
          </p:nvPr>
        </p:nvSpPr>
        <p:spPr/>
        <p:txBody>
          <a:bodyPr/>
          <a:lstStyle/>
          <a:p>
            <a:r>
              <a:rPr lang="en-US"/>
              <a:t>Private &amp; Confidential</a:t>
            </a:r>
          </a:p>
        </p:txBody>
      </p:sp>
      <p:sp>
        <p:nvSpPr>
          <p:cNvPr id="5" name="Slide Number Placeholder 4"/>
          <p:cNvSpPr>
            <a:spLocks noGrp="1"/>
          </p:cNvSpPr>
          <p:nvPr>
            <p:ph type="sldNum" sz="quarter" idx="18"/>
          </p:nvPr>
        </p:nvSpPr>
        <p:spPr/>
        <p:txBody>
          <a:bodyPr/>
          <a:lstStyle/>
          <a:p>
            <a:fld id="{BDDC3DCF-E0A7-DA4A-BC2C-1EC3743A297B}" type="slidenum">
              <a:rPr lang="en-US" smtClean="0"/>
              <a:t>‹#›</a:t>
            </a:fld>
            <a:endParaRPr lang="en-US"/>
          </a:p>
        </p:txBody>
      </p:sp>
      <p:sp>
        <p:nvSpPr>
          <p:cNvPr id="6" name="Picture Placeholder 5"/>
          <p:cNvSpPr>
            <a:spLocks noGrp="1"/>
          </p:cNvSpPr>
          <p:nvPr>
            <p:ph type="pic" sz="quarter" idx="19"/>
          </p:nvPr>
        </p:nvSpPr>
        <p:spPr>
          <a:xfrm>
            <a:off x="320676" y="2219101"/>
            <a:ext cx="8499474" cy="3572099"/>
          </a:xfrm>
        </p:spPr>
        <p:txBody>
          <a:bodyPr anchor="ctr"/>
          <a:lstStyle>
            <a:lvl1pPr algn="ctr">
              <a:defRPr/>
            </a:lvl1pPr>
          </a:lstStyle>
          <a:p>
            <a:endParaRPr lang="en-US"/>
          </a:p>
        </p:txBody>
      </p:sp>
    </p:spTree>
    <p:extLst>
      <p:ext uri="{BB962C8B-B14F-4D97-AF65-F5344CB8AC3E}">
        <p14:creationId xmlns:p14="http://schemas.microsoft.com/office/powerpoint/2010/main" val="3562764503"/>
      </p:ext>
    </p:extLst>
  </p:cSld>
  <p:clrMapOvr>
    <a:overrideClrMapping bg1="lt1" tx1="dk1" bg2="lt2" tx2="dk2" accent1="accent1" accent2="accent2" accent3="accent3" accent4="accent4" accent5="accent5" accent6="accent6" hlink="hlink" folHlink="folHlink"/>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vider white Image Small title">
    <p:bg>
      <p:bgRef idx="1001">
        <a:schemeClr val="bg1"/>
      </p:bgRef>
    </p:bg>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320676" y="262227"/>
            <a:ext cx="7315200" cy="1046682"/>
          </a:xfrm>
        </p:spPr>
        <p:txBody>
          <a:bodyPr lIns="0" tIns="0" rIns="0" bIns="0"/>
          <a:lstStyle>
            <a:lvl1pPr>
              <a:lnSpc>
                <a:spcPct val="95000"/>
              </a:lnSpc>
              <a:defRPr sz="2000" b="0" i="0">
                <a:solidFill>
                  <a:schemeClr val="tx1"/>
                </a:solidFill>
                <a:latin typeface="Arial Regular" charset="0"/>
                <a:cs typeface="Arial Regular" charset="0"/>
              </a:defRPr>
            </a:lvl1pPr>
          </a:lstStyle>
          <a:p>
            <a:r>
              <a:rPr lang="en-US"/>
              <a:t>Divider</a:t>
            </a:r>
            <a:br>
              <a:rPr lang="en-US"/>
            </a:br>
            <a:r>
              <a:rPr lang="en-US"/>
              <a:t>Page</a:t>
            </a:r>
          </a:p>
        </p:txBody>
      </p:sp>
      <p:sp>
        <p:nvSpPr>
          <p:cNvPr id="3" name="Footer Placeholder 2"/>
          <p:cNvSpPr>
            <a:spLocks noGrp="1"/>
          </p:cNvSpPr>
          <p:nvPr>
            <p:ph type="ftr" sz="quarter" idx="17"/>
          </p:nvPr>
        </p:nvSpPr>
        <p:spPr/>
        <p:txBody>
          <a:bodyPr/>
          <a:lstStyle/>
          <a:p>
            <a:r>
              <a:rPr lang="en-US"/>
              <a:t>Private &amp; Confidential</a:t>
            </a:r>
          </a:p>
        </p:txBody>
      </p:sp>
      <p:sp>
        <p:nvSpPr>
          <p:cNvPr id="5" name="Slide Number Placeholder 4"/>
          <p:cNvSpPr>
            <a:spLocks noGrp="1"/>
          </p:cNvSpPr>
          <p:nvPr>
            <p:ph type="sldNum" sz="quarter" idx="18"/>
          </p:nvPr>
        </p:nvSpPr>
        <p:spPr/>
        <p:txBody>
          <a:bodyPr/>
          <a:lstStyle/>
          <a:p>
            <a:fld id="{BDDC3DCF-E0A7-DA4A-BC2C-1EC3743A297B}" type="slidenum">
              <a:rPr lang="en-US" smtClean="0"/>
              <a:t>‹#›</a:t>
            </a:fld>
            <a:endParaRPr lang="en-US"/>
          </a:p>
        </p:txBody>
      </p:sp>
      <p:sp>
        <p:nvSpPr>
          <p:cNvPr id="6" name="Picture Placeholder 5"/>
          <p:cNvSpPr>
            <a:spLocks noGrp="1"/>
          </p:cNvSpPr>
          <p:nvPr>
            <p:ph type="pic" sz="quarter" idx="19"/>
          </p:nvPr>
        </p:nvSpPr>
        <p:spPr>
          <a:xfrm>
            <a:off x="320676" y="2219101"/>
            <a:ext cx="8499474" cy="3572099"/>
          </a:xfrm>
        </p:spPr>
        <p:txBody>
          <a:bodyPr anchor="ctr"/>
          <a:lstStyle>
            <a:lvl1pPr algn="ctr">
              <a:defRPr/>
            </a:lvl1pPr>
          </a:lstStyle>
          <a:p>
            <a:endParaRPr lang="en-US"/>
          </a:p>
        </p:txBody>
      </p:sp>
    </p:spTree>
    <p:extLst>
      <p:ext uri="{BB962C8B-B14F-4D97-AF65-F5344CB8AC3E}">
        <p14:creationId xmlns:p14="http://schemas.microsoft.com/office/powerpoint/2010/main" val="1252172468"/>
      </p:ext>
    </p:extLst>
  </p:cSld>
  <p:clrMapOvr>
    <a:overrideClrMapping bg1="lt1" tx1="dk1" bg2="lt2" tx2="dk2" accent1="accent1" accent2="accent2" accent3="accent3" accent4="accent4" accent5="accent5" accent6="accent6" hlink="hlink" folHlink="folHlink"/>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ivider black Image Small title">
    <p:bg>
      <p:bgRef idx="1001">
        <a:schemeClr val="bg1"/>
      </p:bgRef>
    </p:bg>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320676" y="262227"/>
            <a:ext cx="7315200" cy="1098520"/>
          </a:xfrm>
        </p:spPr>
        <p:txBody>
          <a:bodyPr lIns="0" tIns="0" rIns="0" bIns="0"/>
          <a:lstStyle>
            <a:lvl1pPr>
              <a:lnSpc>
                <a:spcPct val="90000"/>
              </a:lnSpc>
              <a:defRPr sz="2000" b="0" i="0">
                <a:solidFill>
                  <a:schemeClr val="tx1"/>
                </a:solidFill>
                <a:latin typeface="Arial Regular" charset="0"/>
                <a:cs typeface="Arial Regular" charset="0"/>
              </a:defRPr>
            </a:lvl1pPr>
          </a:lstStyle>
          <a:p>
            <a:r>
              <a:rPr lang="en-US"/>
              <a:t>Divider</a:t>
            </a:r>
            <a:br>
              <a:rPr lang="en-US"/>
            </a:br>
            <a:r>
              <a:rPr lang="en-US"/>
              <a:t>Page</a:t>
            </a:r>
          </a:p>
        </p:txBody>
      </p:sp>
      <p:sp>
        <p:nvSpPr>
          <p:cNvPr id="3" name="Footer Placeholder 2"/>
          <p:cNvSpPr>
            <a:spLocks noGrp="1"/>
          </p:cNvSpPr>
          <p:nvPr>
            <p:ph type="ftr" sz="quarter" idx="17"/>
          </p:nvPr>
        </p:nvSpPr>
        <p:spPr/>
        <p:txBody>
          <a:bodyPr/>
          <a:lstStyle>
            <a:lvl1pPr>
              <a:defRPr>
                <a:solidFill>
                  <a:srgbClr val="FFFFFF"/>
                </a:solidFill>
              </a:defRPr>
            </a:lvl1pPr>
          </a:lstStyle>
          <a:p>
            <a:r>
              <a:rPr lang="en-US"/>
              <a:t>Private &amp; Confidential</a:t>
            </a:r>
          </a:p>
        </p:txBody>
      </p:sp>
      <p:sp>
        <p:nvSpPr>
          <p:cNvPr id="5" name="Slide Number Placeholder 4"/>
          <p:cNvSpPr>
            <a:spLocks noGrp="1"/>
          </p:cNvSpPr>
          <p:nvPr>
            <p:ph type="sldNum" sz="quarter" idx="18"/>
          </p:nvPr>
        </p:nvSpPr>
        <p:spPr/>
        <p:txBody>
          <a:bodyPr/>
          <a:lstStyle>
            <a:lvl1pPr>
              <a:defRPr>
                <a:solidFill>
                  <a:srgbClr val="FFFFFF"/>
                </a:solidFill>
              </a:defRPr>
            </a:lvl1pPr>
          </a:lstStyle>
          <a:p>
            <a:fld id="{BDDC3DCF-E0A7-DA4A-BC2C-1EC3743A297B}" type="slidenum">
              <a:rPr lang="en-US" smtClean="0"/>
              <a:t>‹#›</a:t>
            </a:fld>
            <a:endParaRPr lang="en-US"/>
          </a:p>
        </p:txBody>
      </p:sp>
      <p:sp>
        <p:nvSpPr>
          <p:cNvPr id="6" name="Picture Placeholder 5"/>
          <p:cNvSpPr>
            <a:spLocks noGrp="1"/>
          </p:cNvSpPr>
          <p:nvPr>
            <p:ph type="pic" sz="quarter" idx="19"/>
          </p:nvPr>
        </p:nvSpPr>
        <p:spPr>
          <a:xfrm>
            <a:off x="320676" y="2219101"/>
            <a:ext cx="8499474" cy="3572099"/>
          </a:xfrm>
        </p:spPr>
        <p:txBody>
          <a:bodyPr anchor="ctr"/>
          <a:lstStyle>
            <a:lvl1pPr algn="ctr">
              <a:defRPr/>
            </a:lvl1pPr>
          </a:lstStyle>
          <a:p>
            <a:endParaRPr lang="en-US"/>
          </a:p>
        </p:txBody>
      </p:sp>
      <p:sp>
        <p:nvSpPr>
          <p:cNvPr id="9" name="Rectangle 8"/>
          <p:cNvSpPr/>
          <p:nvPr userDrawn="1"/>
        </p:nvSpPr>
        <p:spPr>
          <a:xfrm>
            <a:off x="0" y="6018226"/>
            <a:ext cx="2381156" cy="839774"/>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endParaRPr lang="en-US">
              <a:solidFill>
                <a:schemeClr val="tx1"/>
              </a:solidFill>
            </a:endParaRPr>
          </a:p>
        </p:txBody>
      </p:sp>
      <p:pic>
        <p:nvPicPr>
          <p:cNvPr id="11" name="Picture 1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73736" y="5978718"/>
            <a:ext cx="1252728" cy="711008"/>
          </a:xfrm>
          <a:prstGeom prst="rect">
            <a:avLst/>
          </a:prstGeom>
        </p:spPr>
      </p:pic>
    </p:spTree>
    <p:extLst>
      <p:ext uri="{BB962C8B-B14F-4D97-AF65-F5344CB8AC3E}">
        <p14:creationId xmlns:p14="http://schemas.microsoft.com/office/powerpoint/2010/main" val="1553617672"/>
      </p:ext>
    </p:extLst>
  </p:cSld>
  <p:clrMapOvr>
    <a:overrideClrMapping bg1="dk1" tx1="lt1" bg2="dk2" tx2="lt2" accent1="accent1" accent2="accent2" accent3="accent3" accent4="accent4" accent5="accent5" accent6="accent6" hlink="hlink" folHlink="folHlink"/>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2 column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Footer Placeholder 2"/>
          <p:cNvSpPr>
            <a:spLocks noGrp="1"/>
          </p:cNvSpPr>
          <p:nvPr>
            <p:ph type="ftr" sz="quarter" idx="10"/>
          </p:nvPr>
        </p:nvSpPr>
        <p:spPr/>
        <p:txBody>
          <a:bodyPr/>
          <a:lstStyle/>
          <a:p>
            <a:r>
              <a:rPr lang="en-US"/>
              <a:t>Private &amp; Confidential</a:t>
            </a:r>
          </a:p>
        </p:txBody>
      </p:sp>
      <p:sp>
        <p:nvSpPr>
          <p:cNvPr id="4" name="Slide Number Placeholder 3"/>
          <p:cNvSpPr>
            <a:spLocks noGrp="1"/>
          </p:cNvSpPr>
          <p:nvPr>
            <p:ph type="sldNum" sz="quarter" idx="11"/>
          </p:nvPr>
        </p:nvSpPr>
        <p:spPr/>
        <p:txBody>
          <a:bodyPr/>
          <a:lstStyle/>
          <a:p>
            <a:fld id="{BDDC3DCF-E0A7-DA4A-BC2C-1EC3743A297B}" type="slidenum">
              <a:rPr lang="en-US" smtClean="0"/>
              <a:t>‹#›</a:t>
            </a:fld>
            <a:endParaRPr lang="en-US"/>
          </a:p>
        </p:txBody>
      </p:sp>
      <p:sp>
        <p:nvSpPr>
          <p:cNvPr id="6" name="Content Placeholder 5"/>
          <p:cNvSpPr>
            <a:spLocks noGrp="1"/>
          </p:cNvSpPr>
          <p:nvPr>
            <p:ph sz="quarter" idx="12"/>
          </p:nvPr>
        </p:nvSpPr>
        <p:spPr>
          <a:xfrm>
            <a:off x="317351" y="1533593"/>
            <a:ext cx="4011152" cy="4257607"/>
          </a:xfrm>
        </p:spPr>
        <p:txBody>
          <a:bodyPr/>
          <a:lstStyle>
            <a:lvl1pPr>
              <a:defRPr b="0" i="0">
                <a:latin typeface="Arial Regular" charset="0"/>
                <a:cs typeface="Arial Regular" charset="0"/>
              </a:defRPr>
            </a:lvl1pPr>
            <a:lvl2pPr>
              <a:defRPr b="0" i="0">
                <a:latin typeface="Arial Regular" charset="0"/>
                <a:cs typeface="Arial Regular" charset="0"/>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5"/>
          <p:cNvSpPr>
            <a:spLocks noGrp="1"/>
          </p:cNvSpPr>
          <p:nvPr>
            <p:ph sz="quarter" idx="13"/>
          </p:nvPr>
        </p:nvSpPr>
        <p:spPr>
          <a:xfrm>
            <a:off x="4796298" y="1533593"/>
            <a:ext cx="4011152" cy="4257607"/>
          </a:xfrm>
        </p:spPr>
        <p:txBody>
          <a:bodyPr/>
          <a:lstStyle>
            <a:lvl1pPr>
              <a:defRPr b="0" i="0">
                <a:latin typeface="Arial Regular" charset="0"/>
                <a:cs typeface="Arial Regular" charset="0"/>
              </a:defRPr>
            </a:lvl1pPr>
            <a:lvl2pPr>
              <a:defRPr b="0" i="0">
                <a:latin typeface="Arial Regular" charset="0"/>
                <a:cs typeface="Arial Regular" charset="0"/>
              </a:defRPr>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9"/>
          <p:cNvSpPr>
            <a:spLocks noGrp="1"/>
          </p:cNvSpPr>
          <p:nvPr>
            <p:ph type="body" sz="quarter" idx="14" hasCustomPrompt="1"/>
          </p:nvPr>
        </p:nvSpPr>
        <p:spPr>
          <a:xfrm>
            <a:off x="314324" y="747521"/>
            <a:ext cx="8122409" cy="440834"/>
          </a:xfrm>
        </p:spPr>
        <p:txBody>
          <a:bodyPr lIns="0" tIns="0" rIns="0" bIns="0"/>
          <a:lstStyle>
            <a:lvl1pPr>
              <a:defRPr sz="1900" b="0">
                <a:solidFill>
                  <a:schemeClr val="tx1"/>
                </a:solidFill>
              </a:defRPr>
            </a:lvl1pPr>
          </a:lstStyle>
          <a:p>
            <a:pPr lvl="0"/>
            <a:r>
              <a:rPr lang="en-US"/>
              <a:t>Subtitle</a:t>
            </a:r>
          </a:p>
        </p:txBody>
      </p:sp>
    </p:spTree>
    <p:extLst>
      <p:ext uri="{BB962C8B-B14F-4D97-AF65-F5344CB8AC3E}">
        <p14:creationId xmlns:p14="http://schemas.microsoft.com/office/powerpoint/2010/main" val="3979226479"/>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2 columns wDisclaimer">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Footer Placeholder 2"/>
          <p:cNvSpPr>
            <a:spLocks noGrp="1"/>
          </p:cNvSpPr>
          <p:nvPr>
            <p:ph type="ftr" sz="quarter" idx="10"/>
          </p:nvPr>
        </p:nvSpPr>
        <p:spPr/>
        <p:txBody>
          <a:bodyPr/>
          <a:lstStyle/>
          <a:p>
            <a:r>
              <a:rPr lang="en-US"/>
              <a:t>Private &amp; Confidential</a:t>
            </a:r>
          </a:p>
        </p:txBody>
      </p:sp>
      <p:sp>
        <p:nvSpPr>
          <p:cNvPr id="4" name="Slide Number Placeholder 3"/>
          <p:cNvSpPr>
            <a:spLocks noGrp="1"/>
          </p:cNvSpPr>
          <p:nvPr>
            <p:ph type="sldNum" sz="quarter" idx="11"/>
          </p:nvPr>
        </p:nvSpPr>
        <p:spPr/>
        <p:txBody>
          <a:bodyPr/>
          <a:lstStyle/>
          <a:p>
            <a:fld id="{BDDC3DCF-E0A7-DA4A-BC2C-1EC3743A297B}" type="slidenum">
              <a:rPr lang="en-US" smtClean="0"/>
              <a:t>‹#›</a:t>
            </a:fld>
            <a:endParaRPr lang="en-US"/>
          </a:p>
        </p:txBody>
      </p:sp>
      <p:sp>
        <p:nvSpPr>
          <p:cNvPr id="6" name="Content Placeholder 5"/>
          <p:cNvSpPr>
            <a:spLocks noGrp="1"/>
          </p:cNvSpPr>
          <p:nvPr>
            <p:ph sz="quarter" idx="12"/>
          </p:nvPr>
        </p:nvSpPr>
        <p:spPr>
          <a:xfrm>
            <a:off x="317350" y="1144741"/>
            <a:ext cx="8490099" cy="855797"/>
          </a:xfrm>
        </p:spPr>
        <p:txBody>
          <a:bodyPr/>
          <a:lstStyle>
            <a:lvl1pPr>
              <a:defRPr sz="1400" b="0" i="0">
                <a:solidFill>
                  <a:schemeClr val="tx1"/>
                </a:solidFill>
                <a:latin typeface="Arial Regular" charset="0"/>
                <a:cs typeface="Arial Regular" charset="0"/>
              </a:defRPr>
            </a:lvl1pPr>
            <a:lvl2pPr>
              <a:defRPr>
                <a:latin typeface="Akkurat Pro"/>
                <a:cs typeface="Akkurat Pro"/>
              </a:defRPr>
            </a:lvl2pPr>
          </a:lstStyle>
          <a:p>
            <a:pPr lvl="0"/>
            <a:r>
              <a:rPr lang="en-US"/>
              <a:t>Click to edit Master text styles</a:t>
            </a:r>
          </a:p>
        </p:txBody>
      </p:sp>
      <p:sp>
        <p:nvSpPr>
          <p:cNvPr id="8" name="Picture Placeholder 7"/>
          <p:cNvSpPr>
            <a:spLocks noGrp="1"/>
          </p:cNvSpPr>
          <p:nvPr>
            <p:ph type="pic" sz="quarter" idx="14"/>
          </p:nvPr>
        </p:nvSpPr>
        <p:spPr>
          <a:xfrm>
            <a:off x="317500" y="2281526"/>
            <a:ext cx="4011613" cy="2935710"/>
          </a:xfrm>
        </p:spPr>
        <p:txBody>
          <a:bodyPr anchor="ctr"/>
          <a:lstStyle>
            <a:lvl1pPr algn="ctr">
              <a:defRPr/>
            </a:lvl1pPr>
          </a:lstStyle>
          <a:p>
            <a:endParaRPr lang="en-US"/>
          </a:p>
        </p:txBody>
      </p:sp>
      <p:sp>
        <p:nvSpPr>
          <p:cNvPr id="10" name="Text Placeholder 9"/>
          <p:cNvSpPr>
            <a:spLocks noGrp="1"/>
          </p:cNvSpPr>
          <p:nvPr>
            <p:ph type="body" sz="quarter" idx="15"/>
          </p:nvPr>
        </p:nvSpPr>
        <p:spPr>
          <a:xfrm>
            <a:off x="320675" y="2000538"/>
            <a:ext cx="4008438" cy="280988"/>
          </a:xfrm>
        </p:spPr>
        <p:txBody>
          <a:bodyPr/>
          <a:lstStyle>
            <a:lvl1pPr algn="ctr">
              <a:defRPr sz="1000">
                <a:solidFill>
                  <a:srgbClr val="000000"/>
                </a:solidFill>
              </a:defRPr>
            </a:lvl1pPr>
          </a:lstStyle>
          <a:p>
            <a:pPr lvl="0"/>
            <a:r>
              <a:rPr lang="en-US"/>
              <a:t>Click to edit Master text styles</a:t>
            </a:r>
          </a:p>
        </p:txBody>
      </p:sp>
      <p:sp>
        <p:nvSpPr>
          <p:cNvPr id="11" name="Picture Placeholder 7"/>
          <p:cNvSpPr>
            <a:spLocks noGrp="1"/>
          </p:cNvSpPr>
          <p:nvPr>
            <p:ph type="pic" sz="quarter" idx="16"/>
          </p:nvPr>
        </p:nvSpPr>
        <p:spPr>
          <a:xfrm>
            <a:off x="4803725" y="2281526"/>
            <a:ext cx="4011613" cy="2935710"/>
          </a:xfrm>
        </p:spPr>
        <p:txBody>
          <a:bodyPr anchor="ctr"/>
          <a:lstStyle>
            <a:lvl1pPr algn="ctr">
              <a:defRPr/>
            </a:lvl1pPr>
          </a:lstStyle>
          <a:p>
            <a:endParaRPr lang="en-US"/>
          </a:p>
        </p:txBody>
      </p:sp>
      <p:sp>
        <p:nvSpPr>
          <p:cNvPr id="12" name="Text Placeholder 9"/>
          <p:cNvSpPr>
            <a:spLocks noGrp="1"/>
          </p:cNvSpPr>
          <p:nvPr>
            <p:ph type="body" sz="quarter" idx="17"/>
          </p:nvPr>
        </p:nvSpPr>
        <p:spPr>
          <a:xfrm>
            <a:off x="4806900" y="2000538"/>
            <a:ext cx="4008438" cy="280988"/>
          </a:xfrm>
        </p:spPr>
        <p:txBody>
          <a:bodyPr/>
          <a:lstStyle>
            <a:lvl1pPr algn="ctr">
              <a:defRPr sz="1000">
                <a:solidFill>
                  <a:srgbClr val="000000"/>
                </a:solidFill>
              </a:defRPr>
            </a:lvl1pPr>
          </a:lstStyle>
          <a:p>
            <a:pPr lvl="0"/>
            <a:r>
              <a:rPr lang="en-US"/>
              <a:t>Click to edit Master text styles</a:t>
            </a:r>
          </a:p>
        </p:txBody>
      </p:sp>
      <p:sp>
        <p:nvSpPr>
          <p:cNvPr id="14" name="Text Placeholder 13"/>
          <p:cNvSpPr>
            <a:spLocks noGrp="1"/>
          </p:cNvSpPr>
          <p:nvPr>
            <p:ph type="body" sz="quarter" idx="18"/>
          </p:nvPr>
        </p:nvSpPr>
        <p:spPr>
          <a:xfrm>
            <a:off x="320675" y="5403972"/>
            <a:ext cx="8500220" cy="583922"/>
          </a:xfrm>
        </p:spPr>
        <p:txBody>
          <a:bodyPr anchor="b"/>
          <a:lstStyle>
            <a:lvl1pPr>
              <a:defRPr sz="950" b="0" i="0">
                <a:solidFill>
                  <a:schemeClr val="tx1"/>
                </a:solidFill>
                <a:latin typeface="Arial Narrow" charset="0"/>
                <a:ea typeface="Arial Narrow" charset="0"/>
                <a:cs typeface="Arial Narrow" charset="0"/>
              </a:defRPr>
            </a:lvl1pPr>
            <a:lvl2pPr>
              <a:defRPr sz="950" b="0" i="0">
                <a:solidFill>
                  <a:schemeClr val="tx1"/>
                </a:solidFill>
                <a:latin typeface="Arial Narrow" charset="0"/>
                <a:ea typeface="Arial Narrow" charset="0"/>
                <a:cs typeface="Arial Narrow" charset="0"/>
              </a:defRPr>
            </a:lvl2pPr>
            <a:lvl3pPr>
              <a:defRPr sz="950" b="0" i="0">
                <a:solidFill>
                  <a:schemeClr val="tx1"/>
                </a:solidFill>
                <a:latin typeface="Arial Narrow" charset="0"/>
                <a:ea typeface="Arial Narrow" charset="0"/>
                <a:cs typeface="Arial Narrow" charset="0"/>
              </a:defRPr>
            </a:lvl3pPr>
            <a:lvl4pPr>
              <a:defRPr sz="800">
                <a:solidFill>
                  <a:srgbClr val="7F7F7F"/>
                </a:solidFill>
              </a:defRPr>
            </a:lvl4pPr>
            <a:lvl5pPr>
              <a:defRPr sz="800">
                <a:solidFill>
                  <a:srgbClr val="7F7F7F"/>
                </a:solidFill>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690588368"/>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r>
              <a:rPr lang="en-US"/>
              <a:t>Private &amp; Confidential</a:t>
            </a:r>
          </a:p>
        </p:txBody>
      </p:sp>
      <p:sp>
        <p:nvSpPr>
          <p:cNvPr id="4" name="Slide Number Placeholder 3"/>
          <p:cNvSpPr>
            <a:spLocks noGrp="1"/>
          </p:cNvSpPr>
          <p:nvPr>
            <p:ph type="sldNum" sz="quarter" idx="11"/>
          </p:nvPr>
        </p:nvSpPr>
        <p:spPr/>
        <p:txBody>
          <a:bodyPr/>
          <a:lstStyle/>
          <a:p>
            <a:fld id="{BDDC3DCF-E0A7-DA4A-BC2C-1EC3743A297B}" type="slidenum">
              <a:rPr lang="en-US" smtClean="0"/>
              <a:t>‹#›</a:t>
            </a:fld>
            <a:endParaRPr lang="en-US"/>
          </a:p>
        </p:txBody>
      </p:sp>
      <p:sp>
        <p:nvSpPr>
          <p:cNvPr id="6" name="Content Placeholder 5"/>
          <p:cNvSpPr>
            <a:spLocks noGrp="1"/>
          </p:cNvSpPr>
          <p:nvPr>
            <p:ph sz="quarter" idx="12"/>
          </p:nvPr>
        </p:nvSpPr>
        <p:spPr>
          <a:xfrm>
            <a:off x="317351" y="1063782"/>
            <a:ext cx="8503543" cy="4727418"/>
          </a:xfrm>
        </p:spPr>
        <p:txBody>
          <a:bodyPr/>
          <a:lstStyle>
            <a:lvl1pPr>
              <a:defRPr sz="950" b="0" i="0">
                <a:latin typeface="Arial Narrow" charset="0"/>
                <a:cs typeface="Arial Narrow" charset="0"/>
              </a:defRPr>
            </a:lvl1pPr>
            <a:lvl2pPr marL="0" marR="0" indent="0" algn="l" defTabSz="457200" rtl="0" eaLnBrk="1" fontAlgn="auto" latinLnBrk="0" hangingPunct="1">
              <a:lnSpc>
                <a:spcPct val="100000"/>
              </a:lnSpc>
              <a:spcBef>
                <a:spcPts val="500"/>
              </a:spcBef>
              <a:spcAft>
                <a:spcPct val="0"/>
              </a:spcAft>
              <a:buClrTx/>
              <a:buSzTx/>
              <a:buFont typeface="Arial"/>
              <a:buNone/>
              <a:defRPr sz="950" b="0" i="0">
                <a:latin typeface="Arial Narrow" charset="0"/>
                <a:cs typeface="Arial Narrow" charset="0"/>
              </a:defRPr>
            </a:lvl2pPr>
            <a:lvl3pPr>
              <a:defRPr sz="950">
                <a:latin typeface="Arial Narrow" charset="0"/>
                <a:cs typeface="Arial Narrow" charset="0"/>
              </a:defRPr>
            </a:lvl3pPr>
            <a:lvl4pPr>
              <a:defRPr sz="950">
                <a:latin typeface="Arial Narrow" charset="0"/>
                <a:cs typeface="Arial Narrow" charset="0"/>
              </a:defRPr>
            </a:lvl4pPr>
            <a:lvl5pPr>
              <a:defRPr sz="950">
                <a:latin typeface="Arial Narrow" charset="0"/>
                <a:cs typeface="Arial Narrow" charset="0"/>
              </a:defRPr>
            </a:lvl5pPr>
          </a:lstStyle>
          <a:p>
            <a:pPr lvl="0"/>
            <a:r>
              <a:rPr lang="en-US"/>
              <a:t>Click to edit Master text styles</a:t>
            </a:r>
          </a:p>
          <a:p>
            <a:pPr marL="182880" marR="0" lvl="1" indent="-182880" algn="l" defTabSz="457200" rtl="0" eaLnBrk="1" fontAlgn="auto" latinLnBrk="0" hangingPunct="1">
              <a:lnSpc>
                <a:spcPct val="100000"/>
              </a:lnSpc>
              <a:spcBef>
                <a:spcPts val="500"/>
              </a:spcBef>
              <a:spcAft>
                <a:spcPct val="0"/>
              </a:spcAft>
              <a:buClrTx/>
              <a:buSzTx/>
              <a:buFont typeface="Arial"/>
              <a:buChar char="•"/>
              <a:defRPr/>
            </a:pPr>
            <a:r>
              <a:rPr lang="en-US"/>
              <a:t>Second level. Level 2 Body text can be Regular or Bold. Level 2 Body text can be Regular or Bold. </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78361984"/>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Footer Placeholder 2"/>
          <p:cNvSpPr>
            <a:spLocks noGrp="1"/>
          </p:cNvSpPr>
          <p:nvPr>
            <p:ph type="ftr" sz="quarter" idx="10"/>
          </p:nvPr>
        </p:nvSpPr>
        <p:spPr/>
        <p:txBody>
          <a:bodyPr/>
          <a:lstStyle/>
          <a:p>
            <a:r>
              <a:rPr lang="en-US"/>
              <a:t>Private &amp; Confidential</a:t>
            </a:r>
          </a:p>
        </p:txBody>
      </p:sp>
      <p:sp>
        <p:nvSpPr>
          <p:cNvPr id="4" name="Slide Number Placeholder 3"/>
          <p:cNvSpPr>
            <a:spLocks noGrp="1"/>
          </p:cNvSpPr>
          <p:nvPr>
            <p:ph type="sldNum" sz="quarter" idx="11"/>
          </p:nvPr>
        </p:nvSpPr>
        <p:spPr/>
        <p:txBody>
          <a:bodyPr/>
          <a:lstStyle/>
          <a:p>
            <a:fld id="{BDDC3DCF-E0A7-DA4A-BC2C-1EC3743A297B}" type="slidenum">
              <a:rPr lang="en-US" smtClean="0"/>
              <a:t>‹#›</a:t>
            </a:fld>
            <a:endParaRPr lang="en-US"/>
          </a:p>
        </p:txBody>
      </p:sp>
    </p:spTree>
    <p:extLst>
      <p:ext uri="{BB962C8B-B14F-4D97-AF65-F5344CB8AC3E}">
        <p14:creationId xmlns:p14="http://schemas.microsoft.com/office/powerpoint/2010/main" val="2163510669"/>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Author inf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Slide Number Placeholder 3"/>
          <p:cNvSpPr>
            <a:spLocks noGrp="1"/>
          </p:cNvSpPr>
          <p:nvPr>
            <p:ph type="sldNum" sz="quarter" idx="11"/>
          </p:nvPr>
        </p:nvSpPr>
        <p:spPr/>
        <p:txBody>
          <a:bodyPr/>
          <a:lstStyle/>
          <a:p>
            <a:fld id="{BDDC3DCF-E0A7-DA4A-BC2C-1EC3743A297B}" type="slidenum">
              <a:rPr lang="en-US" smtClean="0"/>
              <a:t>‹#›</a:t>
            </a:fld>
            <a:endParaRPr lang="en-US"/>
          </a:p>
        </p:txBody>
      </p:sp>
      <p:sp>
        <p:nvSpPr>
          <p:cNvPr id="5" name="Content Placeholder 5"/>
          <p:cNvSpPr>
            <a:spLocks noGrp="1"/>
          </p:cNvSpPr>
          <p:nvPr>
            <p:ph sz="quarter" idx="13" hasCustomPrompt="1"/>
          </p:nvPr>
        </p:nvSpPr>
        <p:spPr>
          <a:xfrm>
            <a:off x="320675" y="4076095"/>
            <a:ext cx="3482320" cy="1727812"/>
          </a:xfrm>
        </p:spPr>
        <p:txBody>
          <a:bodyPr/>
          <a:lstStyle>
            <a:lvl1pPr>
              <a:defRPr sz="2000" b="0" i="0" baseline="0">
                <a:latin typeface="Arial Regular" charset="0"/>
                <a:cs typeface="Arial Regular" charset="0"/>
              </a:defRPr>
            </a:lvl1pPr>
            <a:lvl2pPr marL="0" indent="0">
              <a:buFont typeface="Arial"/>
              <a:buNone/>
              <a:defRPr sz="2000"/>
            </a:lvl2pPr>
          </a:lstStyle>
          <a:p>
            <a:pPr lvl="0"/>
            <a:r>
              <a:rPr lang="en-US"/>
              <a:t>Author’s Name</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07895703"/>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Title and Content">
    <p:spTree>
      <p:nvGrpSpPr>
        <p:cNvPr id="1" name=""/>
        <p:cNvGrpSpPr/>
        <p:nvPr/>
      </p:nvGrpSpPr>
      <p:grpSpPr>
        <a:xfrm>
          <a:off x="0" y="0"/>
          <a:ext cx="0" cy="0"/>
          <a:chOff x="0" y="0"/>
          <a:chExt cx="0" cy="0"/>
        </a:xfrm>
      </p:grpSpPr>
      <p:sp>
        <p:nvSpPr>
          <p:cNvPr id="9" name="Content Placeholder 8"/>
          <p:cNvSpPr>
            <a:spLocks noGrp="1"/>
          </p:cNvSpPr>
          <p:nvPr>
            <p:ph sz="quarter" idx="13"/>
          </p:nvPr>
        </p:nvSpPr>
        <p:spPr>
          <a:xfrm>
            <a:off x="227012" y="1233487"/>
            <a:ext cx="8688387" cy="4686301"/>
          </a:xfrm>
          <a:ln cap="flat">
            <a:miter lim="800000"/>
          </a:ln>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Date Placeholder 1"/>
          <p:cNvSpPr>
            <a:spLocks noGrp="1"/>
          </p:cNvSpPr>
          <p:nvPr>
            <p:ph type="dt" sz="half" idx="14"/>
          </p:nvPr>
        </p:nvSpPr>
        <p:spPr/>
        <p:txBody>
          <a:bodyPr/>
          <a:lstStyle/>
          <a:p>
            <a:endParaRPr lang="en-US"/>
          </a:p>
        </p:txBody>
      </p:sp>
      <p:sp>
        <p:nvSpPr>
          <p:cNvPr id="7" name="Footer Placeholder 6"/>
          <p:cNvSpPr>
            <a:spLocks noGrp="1"/>
          </p:cNvSpPr>
          <p:nvPr>
            <p:ph type="ftr" sz="quarter" idx="15"/>
          </p:nvPr>
        </p:nvSpPr>
        <p:spPr/>
        <p:txBody>
          <a:bodyPr/>
          <a:lstStyle/>
          <a:p>
            <a:r>
              <a:rPr lang="en-US"/>
              <a:t>Private &amp; Confidential</a:t>
            </a:r>
          </a:p>
        </p:txBody>
      </p:sp>
      <p:sp>
        <p:nvSpPr>
          <p:cNvPr id="8" name="Slide Number Placeholder 7"/>
          <p:cNvSpPr>
            <a:spLocks noGrp="1"/>
          </p:cNvSpPr>
          <p:nvPr>
            <p:ph type="sldNum" sz="quarter" idx="16"/>
          </p:nvPr>
        </p:nvSpPr>
        <p:spPr/>
        <p:txBody>
          <a:bodyPr/>
          <a:lstStyle/>
          <a:p>
            <a:fld id="{146682E1-A610-4FB0-BCC6-241ABE41C99B}" type="slidenum">
              <a:rPr lang="en-US" smtClean="0"/>
              <a:t>‹#›</a:t>
            </a:fld>
            <a:endParaRPr lang="en-US"/>
          </a:p>
        </p:txBody>
      </p:sp>
      <p:sp>
        <p:nvSpPr>
          <p:cNvPr id="10" name="Title 9"/>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25879438"/>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hart wSourc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Footer Placeholder 2"/>
          <p:cNvSpPr>
            <a:spLocks noGrp="1"/>
          </p:cNvSpPr>
          <p:nvPr>
            <p:ph type="ftr" sz="quarter" idx="10"/>
          </p:nvPr>
        </p:nvSpPr>
        <p:spPr/>
        <p:txBody>
          <a:bodyPr/>
          <a:lstStyle/>
          <a:p>
            <a:r>
              <a:rPr lang="en-US"/>
              <a:t>Private &amp; Confidential</a:t>
            </a:r>
          </a:p>
        </p:txBody>
      </p:sp>
      <p:sp>
        <p:nvSpPr>
          <p:cNvPr id="4" name="Slide Number Placeholder 3"/>
          <p:cNvSpPr>
            <a:spLocks noGrp="1"/>
          </p:cNvSpPr>
          <p:nvPr>
            <p:ph type="sldNum" sz="quarter" idx="11"/>
          </p:nvPr>
        </p:nvSpPr>
        <p:spPr/>
        <p:txBody>
          <a:bodyPr/>
          <a:lstStyle/>
          <a:p>
            <a:fld id="{BDDC3DCF-E0A7-DA4A-BC2C-1EC3743A297B}" type="slidenum">
              <a:rPr lang="en-US" smtClean="0"/>
              <a:t>‹#›</a:t>
            </a:fld>
            <a:endParaRPr lang="en-US"/>
          </a:p>
        </p:txBody>
      </p:sp>
      <p:sp>
        <p:nvSpPr>
          <p:cNvPr id="6" name="Content Placeholder 5"/>
          <p:cNvSpPr>
            <a:spLocks noGrp="1"/>
          </p:cNvSpPr>
          <p:nvPr>
            <p:ph sz="quarter" idx="12"/>
          </p:nvPr>
        </p:nvSpPr>
        <p:spPr>
          <a:xfrm>
            <a:off x="317351" y="1529220"/>
            <a:ext cx="8503920" cy="4102570"/>
          </a:xfrm>
        </p:spPr>
        <p:txBody>
          <a:bodyPr/>
          <a:lstStyle>
            <a:lvl1pPr>
              <a:defRPr b="0" i="0">
                <a:latin typeface="Arial Regular" charset="0"/>
                <a:cs typeface="Arial Regular" charset="0"/>
              </a:defRPr>
            </a:lvl1pPr>
            <a:lvl2pPr marL="0" marR="0" indent="0" algn="l" defTabSz="457200" rtl="0" eaLnBrk="1" fontAlgn="auto" latinLnBrk="0" hangingPunct="1">
              <a:lnSpc>
                <a:spcPct val="100000"/>
              </a:lnSpc>
              <a:spcBef>
                <a:spcPts val="500"/>
              </a:spcBef>
              <a:spcAft>
                <a:spcPct val="0"/>
              </a:spcAft>
              <a:buClrTx/>
              <a:buSzTx/>
              <a:buFont typeface="Arial"/>
              <a:buNone/>
              <a:defRPr b="0" i="0">
                <a:latin typeface="Arial Regular" charset="0"/>
                <a:cs typeface="Arial Regular" charset="0"/>
              </a:defRPr>
            </a:lvl2pPr>
          </a:lstStyle>
          <a:p>
            <a:pPr lvl="0"/>
            <a:r>
              <a:rPr lang="en-US"/>
              <a:t>Click to edit Master text styles</a:t>
            </a:r>
          </a:p>
          <a:p>
            <a:pPr marL="182880" marR="0" lvl="1" indent="-182880" algn="l" defTabSz="457200" rtl="0" eaLnBrk="1" fontAlgn="auto" latinLnBrk="0" hangingPunct="1">
              <a:lnSpc>
                <a:spcPct val="100000"/>
              </a:lnSpc>
              <a:spcBef>
                <a:spcPts val="500"/>
              </a:spcBef>
              <a:spcAft>
                <a:spcPct val="0"/>
              </a:spcAft>
              <a:buClrTx/>
              <a:buSzTx/>
              <a:buFont typeface="Arial"/>
              <a:buChar char="•"/>
              <a:defRPr/>
            </a:pPr>
            <a:r>
              <a:rPr lang="en-US"/>
              <a:t>Second level. Level 2 Body text can be Regular or Bold. Level 2 Body text can be Regular or Bold. </a:t>
            </a:r>
          </a:p>
          <a:p>
            <a:pPr lvl="2"/>
            <a:r>
              <a:rPr lang="en-US"/>
              <a:t>Third level</a:t>
            </a:r>
          </a:p>
          <a:p>
            <a:pPr lvl="3"/>
            <a:r>
              <a:rPr lang="en-US"/>
              <a:t>Fourth level</a:t>
            </a:r>
          </a:p>
          <a:p>
            <a:pPr lvl="4"/>
            <a:r>
              <a:rPr lang="en-US"/>
              <a:t>Fifth level</a:t>
            </a:r>
          </a:p>
        </p:txBody>
      </p:sp>
      <p:sp>
        <p:nvSpPr>
          <p:cNvPr id="7" name="Content Placeholder 5"/>
          <p:cNvSpPr>
            <a:spLocks noGrp="1"/>
          </p:cNvSpPr>
          <p:nvPr>
            <p:ph sz="quarter" idx="13"/>
          </p:nvPr>
        </p:nvSpPr>
        <p:spPr>
          <a:xfrm>
            <a:off x="314324" y="5606722"/>
            <a:ext cx="8503920" cy="385298"/>
          </a:xfrm>
        </p:spPr>
        <p:txBody>
          <a:bodyPr vert="horz" lIns="0" tIns="0" rIns="0" bIns="0" rtlCol="0" anchor="b">
            <a:noAutofit/>
          </a:bodyPr>
          <a:lstStyle>
            <a:lvl1pPr>
              <a:defRPr lang="en-US" sz="950" b="0" i="0" smtClean="0">
                <a:solidFill>
                  <a:schemeClr val="tx1"/>
                </a:solidFill>
                <a:latin typeface="Arial Narrow" charset="0"/>
                <a:ea typeface="Arial Narrow" charset="0"/>
                <a:cs typeface="Arial Narrow" charset="0"/>
              </a:defRPr>
            </a:lvl1pPr>
            <a:lvl2pPr>
              <a:defRPr lang="en-US" sz="950" b="0" i="0" smtClean="0">
                <a:solidFill>
                  <a:schemeClr val="tx1"/>
                </a:solidFill>
                <a:latin typeface="Arial Narrow" charset="0"/>
                <a:ea typeface="Arial Narrow" charset="0"/>
                <a:cs typeface="Arial Narrow" charset="0"/>
              </a:defRPr>
            </a:lvl2pPr>
            <a:lvl3pPr>
              <a:defRPr lang="en-US" sz="950" b="0" i="0" smtClean="0">
                <a:solidFill>
                  <a:schemeClr val="tx1"/>
                </a:solidFill>
                <a:latin typeface="Arial Narrow" charset="0"/>
                <a:ea typeface="Arial Narrow" charset="0"/>
                <a:cs typeface="Arial Narrow" charset="0"/>
              </a:defRPr>
            </a:lvl3pPr>
            <a:lvl4pPr>
              <a:defRPr lang="en-US" sz="950" b="0" i="0" smtClean="0">
                <a:solidFill>
                  <a:schemeClr val="tx1"/>
                </a:solidFill>
                <a:latin typeface="Arial Narrow" charset="0"/>
                <a:ea typeface="Arial Narrow" charset="0"/>
                <a:cs typeface="Arial Narrow" charset="0"/>
              </a:defRPr>
            </a:lvl4pPr>
            <a:lvl5pPr>
              <a:defRPr lang="en-US" sz="950" b="0" i="0">
                <a:solidFill>
                  <a:schemeClr val="tx1"/>
                </a:solidFill>
                <a:latin typeface="Arial Narrow" charset="0"/>
                <a:ea typeface="Arial Narrow" charset="0"/>
                <a:cs typeface="Arial Narrow" charset="0"/>
              </a:defRPr>
            </a:lvl5pPr>
          </a:lstStyle>
          <a:p>
            <a:pPr lvl="0"/>
            <a:r>
              <a:rPr lang="en-US"/>
              <a:t>Click to edit Master text styles</a:t>
            </a:r>
          </a:p>
          <a:p>
            <a:pPr lvl="1"/>
            <a:r>
              <a:rPr lang="en-US"/>
              <a:t>Second level. Level 2 Body text can be Regular or Bold. Level 2 Body text can be Regular or Bold. </a:t>
            </a:r>
          </a:p>
          <a:p>
            <a:pPr lvl="2"/>
            <a:r>
              <a:rPr lang="en-US"/>
              <a:t>Third level</a:t>
            </a:r>
          </a:p>
          <a:p>
            <a:pPr lvl="3"/>
            <a:r>
              <a:rPr lang="en-US"/>
              <a:t>Fourth level</a:t>
            </a:r>
          </a:p>
          <a:p>
            <a:pPr lvl="4"/>
            <a:r>
              <a:rPr lang="en-US"/>
              <a:t>Fifth level</a:t>
            </a:r>
          </a:p>
        </p:txBody>
      </p:sp>
      <p:sp>
        <p:nvSpPr>
          <p:cNvPr id="8" name="Text Placeholder 9"/>
          <p:cNvSpPr>
            <a:spLocks noGrp="1"/>
          </p:cNvSpPr>
          <p:nvPr>
            <p:ph type="body" sz="quarter" idx="14" hasCustomPrompt="1"/>
          </p:nvPr>
        </p:nvSpPr>
        <p:spPr>
          <a:xfrm>
            <a:off x="314324" y="747521"/>
            <a:ext cx="8122409" cy="440834"/>
          </a:xfrm>
        </p:spPr>
        <p:txBody>
          <a:bodyPr lIns="0" tIns="0" rIns="0" bIns="0"/>
          <a:lstStyle>
            <a:lvl1pPr>
              <a:defRPr sz="1900" b="0">
                <a:solidFill>
                  <a:schemeClr val="tx1"/>
                </a:solidFill>
              </a:defRPr>
            </a:lvl1pPr>
          </a:lstStyle>
          <a:p>
            <a:pPr lvl="0"/>
            <a:r>
              <a:rPr lang="en-US"/>
              <a:t>Subtitle</a:t>
            </a:r>
          </a:p>
        </p:txBody>
      </p:sp>
    </p:spTree>
    <p:extLst>
      <p:ext uri="{BB962C8B-B14F-4D97-AF65-F5344CB8AC3E}">
        <p14:creationId xmlns:p14="http://schemas.microsoft.com/office/powerpoint/2010/main" val="46652572"/>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hart wShort copy &amp; Sourc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Footer Placeholder 2"/>
          <p:cNvSpPr>
            <a:spLocks noGrp="1"/>
          </p:cNvSpPr>
          <p:nvPr>
            <p:ph type="ftr" sz="quarter" idx="10"/>
          </p:nvPr>
        </p:nvSpPr>
        <p:spPr/>
        <p:txBody>
          <a:bodyPr/>
          <a:lstStyle/>
          <a:p>
            <a:r>
              <a:rPr lang="en-US"/>
              <a:t>Private &amp; Confidential</a:t>
            </a:r>
          </a:p>
        </p:txBody>
      </p:sp>
      <p:sp>
        <p:nvSpPr>
          <p:cNvPr id="4" name="Slide Number Placeholder 3"/>
          <p:cNvSpPr>
            <a:spLocks noGrp="1"/>
          </p:cNvSpPr>
          <p:nvPr>
            <p:ph type="sldNum" sz="quarter" idx="11"/>
          </p:nvPr>
        </p:nvSpPr>
        <p:spPr/>
        <p:txBody>
          <a:bodyPr/>
          <a:lstStyle/>
          <a:p>
            <a:fld id="{BDDC3DCF-E0A7-DA4A-BC2C-1EC3743A297B}" type="slidenum">
              <a:rPr lang="en-US" smtClean="0"/>
              <a:t>‹#›</a:t>
            </a:fld>
            <a:endParaRPr lang="en-US"/>
          </a:p>
        </p:txBody>
      </p:sp>
      <p:sp>
        <p:nvSpPr>
          <p:cNvPr id="6" name="Content Placeholder 5"/>
          <p:cNvSpPr>
            <a:spLocks noGrp="1"/>
          </p:cNvSpPr>
          <p:nvPr>
            <p:ph sz="quarter" idx="12"/>
          </p:nvPr>
        </p:nvSpPr>
        <p:spPr>
          <a:xfrm>
            <a:off x="317350" y="1144741"/>
            <a:ext cx="8490099" cy="565571"/>
          </a:xfrm>
        </p:spPr>
        <p:txBody>
          <a:bodyPr/>
          <a:lstStyle>
            <a:lvl1pPr>
              <a:defRPr sz="1400" b="0" i="0">
                <a:solidFill>
                  <a:srgbClr val="7F7F7F"/>
                </a:solidFill>
                <a:latin typeface="Arial Regular" charset="0"/>
                <a:cs typeface="Arial Regular" charset="0"/>
              </a:defRPr>
            </a:lvl1pPr>
            <a:lvl2pPr>
              <a:defRPr>
                <a:latin typeface="Akkurat Pro"/>
                <a:cs typeface="Akkurat Pro"/>
              </a:defRPr>
            </a:lvl2pPr>
          </a:lstStyle>
          <a:p>
            <a:pPr lvl="0"/>
            <a:r>
              <a:rPr lang="en-US"/>
              <a:t>Click to edit Master text styles</a:t>
            </a:r>
          </a:p>
        </p:txBody>
      </p:sp>
      <p:sp>
        <p:nvSpPr>
          <p:cNvPr id="8" name="Picture Placeholder 7"/>
          <p:cNvSpPr>
            <a:spLocks noGrp="1"/>
          </p:cNvSpPr>
          <p:nvPr>
            <p:ph type="pic" sz="quarter" idx="14"/>
          </p:nvPr>
        </p:nvSpPr>
        <p:spPr>
          <a:xfrm>
            <a:off x="317500" y="1914528"/>
            <a:ext cx="8504238" cy="3822676"/>
          </a:xfrm>
        </p:spPr>
        <p:txBody>
          <a:bodyPr anchor="ctr"/>
          <a:lstStyle>
            <a:lvl1pPr algn="ctr">
              <a:defRPr/>
            </a:lvl1pPr>
          </a:lstStyle>
          <a:p>
            <a:endParaRPr lang="en-US"/>
          </a:p>
        </p:txBody>
      </p:sp>
      <p:sp>
        <p:nvSpPr>
          <p:cNvPr id="14" name="Text Placeholder 13"/>
          <p:cNvSpPr>
            <a:spLocks noGrp="1"/>
          </p:cNvSpPr>
          <p:nvPr>
            <p:ph type="body" sz="quarter" idx="18"/>
          </p:nvPr>
        </p:nvSpPr>
        <p:spPr>
          <a:xfrm>
            <a:off x="320675" y="5839310"/>
            <a:ext cx="8500220" cy="148584"/>
          </a:xfrm>
        </p:spPr>
        <p:txBody>
          <a:bodyPr anchor="b"/>
          <a:lstStyle>
            <a:lvl1pPr>
              <a:defRPr sz="800" b="0" i="0">
                <a:solidFill>
                  <a:schemeClr val="tx1"/>
                </a:solidFill>
                <a:latin typeface="Arial Narrow" charset="0"/>
                <a:ea typeface="Arial Narrow" charset="0"/>
                <a:cs typeface="Arial Narrow" charset="0"/>
              </a:defRPr>
            </a:lvl1pPr>
            <a:lvl2pPr>
              <a:defRPr sz="800" b="0" i="0">
                <a:solidFill>
                  <a:schemeClr val="tx1"/>
                </a:solidFill>
                <a:latin typeface="Arial Narrow" charset="0"/>
                <a:ea typeface="Arial Narrow" charset="0"/>
                <a:cs typeface="Arial Narrow" charset="0"/>
              </a:defRPr>
            </a:lvl2pPr>
            <a:lvl3pPr>
              <a:defRPr sz="800" b="0" i="0">
                <a:solidFill>
                  <a:schemeClr val="tx1"/>
                </a:solidFill>
                <a:latin typeface="Arial Narrow" charset="0"/>
                <a:ea typeface="Arial Narrow" charset="0"/>
                <a:cs typeface="Arial Narrow" charset="0"/>
              </a:defRPr>
            </a:lvl3pPr>
            <a:lvl4pPr>
              <a:defRPr sz="800">
                <a:solidFill>
                  <a:srgbClr val="7F7F7F"/>
                </a:solidFill>
              </a:defRPr>
            </a:lvl4pPr>
            <a:lvl5pPr>
              <a:defRPr sz="800">
                <a:solidFill>
                  <a:srgbClr val="7F7F7F"/>
                </a:solidFill>
              </a:defRPr>
            </a:lvl5pPr>
          </a:lstStyle>
          <a:p>
            <a:pPr lvl="0"/>
            <a:r>
              <a:rPr lang="en-US"/>
              <a:t>Click to edit Master text styles</a:t>
            </a:r>
          </a:p>
          <a:p>
            <a:pPr lvl="1"/>
            <a:r>
              <a:rPr lang="en-US"/>
              <a:t>Second level</a:t>
            </a:r>
          </a:p>
          <a:p>
            <a:pPr lvl="2"/>
            <a:r>
              <a:rPr lang="en-US"/>
              <a:t>Third level</a:t>
            </a:r>
          </a:p>
        </p:txBody>
      </p:sp>
      <p:sp>
        <p:nvSpPr>
          <p:cNvPr id="13" name="Text Placeholder 9"/>
          <p:cNvSpPr>
            <a:spLocks noGrp="1"/>
          </p:cNvSpPr>
          <p:nvPr>
            <p:ph type="body" sz="quarter" idx="19" hasCustomPrompt="1"/>
          </p:nvPr>
        </p:nvSpPr>
        <p:spPr>
          <a:xfrm>
            <a:off x="314324" y="747521"/>
            <a:ext cx="8122409" cy="440834"/>
          </a:xfrm>
        </p:spPr>
        <p:txBody>
          <a:bodyPr lIns="0" tIns="0" rIns="0" bIns="0"/>
          <a:lstStyle>
            <a:lvl1pPr>
              <a:defRPr sz="1900" b="0">
                <a:solidFill>
                  <a:schemeClr val="tx1"/>
                </a:solidFill>
              </a:defRPr>
            </a:lvl1pPr>
          </a:lstStyle>
          <a:p>
            <a:pPr lvl="0"/>
            <a:r>
              <a:rPr lang="en-US"/>
              <a:t>Subtitle</a:t>
            </a:r>
          </a:p>
        </p:txBody>
      </p:sp>
    </p:spTree>
    <p:extLst>
      <p:ext uri="{BB962C8B-B14F-4D97-AF65-F5344CB8AC3E}">
        <p14:creationId xmlns:p14="http://schemas.microsoft.com/office/powerpoint/2010/main" val="315373929"/>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1.emf"/><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17352" y="217143"/>
            <a:ext cx="8119382" cy="792575"/>
          </a:xfrm>
          <a:prstGeom prst="rect">
            <a:avLst/>
          </a:prstGeom>
        </p:spPr>
        <p:txBody>
          <a:bodyPr vert="horz" lIns="0" tIns="0" rIns="0" bIns="0" rtlCol="0" anchor="t">
            <a:noAutofit/>
          </a:bodyPr>
          <a:lstStyle/>
          <a:p>
            <a:r>
              <a:rPr lang="en-US"/>
              <a:t>Title (sentence case), 28 point Arial</a:t>
            </a:r>
          </a:p>
        </p:txBody>
      </p:sp>
      <p:sp>
        <p:nvSpPr>
          <p:cNvPr id="3" name="Text Placeholder 2"/>
          <p:cNvSpPr>
            <a:spLocks noGrp="1"/>
          </p:cNvSpPr>
          <p:nvPr>
            <p:ph type="body" idx="1"/>
          </p:nvPr>
        </p:nvSpPr>
        <p:spPr>
          <a:xfrm>
            <a:off x="317352" y="1818458"/>
            <a:ext cx="8503543" cy="3297454"/>
          </a:xfrm>
          <a:prstGeom prst="rect">
            <a:avLst/>
          </a:prstGeom>
        </p:spPr>
        <p:txBody>
          <a:bodyPr vert="horz" lIns="0" tIns="0" rIns="0" bIns="0" rtlCol="0">
            <a:noAutofit/>
          </a:bodyPr>
          <a:lstStyle/>
          <a:p>
            <a:pPr lvl="0"/>
            <a:r>
              <a:rPr lang="en-US"/>
              <a:t>Level 1, normal body text is set at 20pt Arial Bold</a:t>
            </a:r>
          </a:p>
          <a:p>
            <a:pPr marL="0" marR="0" lvl="1" indent="-182880" algn="l" defTabSz="457200" rtl="0" eaLnBrk="1" fontAlgn="auto" latinLnBrk="0" hangingPunct="1">
              <a:lnSpc>
                <a:spcPct val="100000"/>
              </a:lnSpc>
              <a:spcBef>
                <a:spcPts val="500"/>
              </a:spcBef>
              <a:spcAft>
                <a:spcPct val="0"/>
              </a:spcAft>
              <a:buClrTx/>
              <a:buSzTx/>
              <a:buFont typeface="Arial"/>
              <a:buChar char="•"/>
              <a:defRPr/>
            </a:pPr>
            <a:r>
              <a:rPr lang="en-US"/>
              <a:t>Level 2 Body text can be Regular or Bold. </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3"/>
          </p:nvPr>
        </p:nvSpPr>
        <p:spPr>
          <a:xfrm>
            <a:off x="5430085" y="6441391"/>
            <a:ext cx="2926181" cy="223277"/>
          </a:xfrm>
          <a:prstGeom prst="rect">
            <a:avLst/>
          </a:prstGeom>
        </p:spPr>
        <p:txBody>
          <a:bodyPr vert="horz" lIns="0" tIns="0" rIns="0" bIns="0" rtlCol="0" anchor="t"/>
          <a:lstStyle>
            <a:lvl1pPr algn="r">
              <a:defRPr sz="950" b="0" i="0">
                <a:solidFill>
                  <a:schemeClr val="bg1">
                    <a:lumMod val="50000"/>
                  </a:schemeClr>
                </a:solidFill>
                <a:latin typeface="Arial Regular" charset="0"/>
                <a:cs typeface="Arial Regular" charset="0"/>
              </a:defRPr>
            </a:lvl1pPr>
          </a:lstStyle>
          <a:p>
            <a:r>
              <a:rPr lang="en-US"/>
              <a:t>Private &amp; Confidential</a:t>
            </a:r>
          </a:p>
        </p:txBody>
      </p:sp>
      <p:sp>
        <p:nvSpPr>
          <p:cNvPr id="6" name="Slide Number Placeholder 5"/>
          <p:cNvSpPr>
            <a:spLocks noGrp="1"/>
          </p:cNvSpPr>
          <p:nvPr>
            <p:ph type="sldNum" sz="quarter" idx="4"/>
          </p:nvPr>
        </p:nvSpPr>
        <p:spPr>
          <a:xfrm>
            <a:off x="8615082" y="6435042"/>
            <a:ext cx="205813" cy="254684"/>
          </a:xfrm>
          <a:prstGeom prst="rect">
            <a:avLst/>
          </a:prstGeom>
        </p:spPr>
        <p:txBody>
          <a:bodyPr vert="horz" lIns="0" tIns="0" rIns="0" bIns="0" rtlCol="0" anchor="t"/>
          <a:lstStyle>
            <a:lvl1pPr algn="r">
              <a:defRPr sz="1000" b="0" i="0">
                <a:solidFill>
                  <a:srgbClr val="000000"/>
                </a:solidFill>
                <a:latin typeface="Arial Regular" charset="0"/>
                <a:cs typeface="Arial Regular" charset="0"/>
              </a:defRPr>
            </a:lvl1pPr>
          </a:lstStyle>
          <a:p>
            <a:fld id="{BDDC3DCF-E0A7-DA4A-BC2C-1EC3743A297B}" type="slidenum">
              <a:rPr lang="en-US" smtClean="0"/>
              <a:t>‹#›</a:t>
            </a:fld>
            <a:endParaRPr lang="en-US"/>
          </a:p>
        </p:txBody>
      </p:sp>
      <p:cxnSp>
        <p:nvCxnSpPr>
          <p:cNvPr id="7" name="Straight Connector 6"/>
          <p:cNvCxnSpPr/>
          <p:nvPr userDrawn="1"/>
        </p:nvCxnSpPr>
        <p:spPr>
          <a:xfrm flipH="1">
            <a:off x="-1160034" y="5995120"/>
            <a:ext cx="1100194" cy="0"/>
          </a:xfrm>
          <a:prstGeom prst="line">
            <a:avLst/>
          </a:prstGeom>
          <a:ln w="3175" cmpd="sng">
            <a:solidFill>
              <a:schemeClr val="tx2"/>
            </a:solidFill>
            <a:prstDash val="dot"/>
          </a:ln>
          <a:effectLst/>
        </p:spPr>
        <p:style>
          <a:lnRef idx="2">
            <a:schemeClr val="accent1"/>
          </a:lnRef>
          <a:fillRef idx="0">
            <a:schemeClr val="accent1"/>
          </a:fillRef>
          <a:effectRef idx="1">
            <a:schemeClr val="accent1"/>
          </a:effectRef>
          <a:fontRef idx="minor">
            <a:schemeClr val="tx1"/>
          </a:fontRef>
        </p:style>
      </p:cxnSp>
      <p:sp>
        <p:nvSpPr>
          <p:cNvPr id="8" name="TextBox 7"/>
          <p:cNvSpPr txBox="1"/>
          <p:nvPr userDrawn="1"/>
        </p:nvSpPr>
        <p:spPr>
          <a:xfrm>
            <a:off x="-1160034" y="5855951"/>
            <a:ext cx="1100193" cy="142555"/>
          </a:xfrm>
          <a:prstGeom prst="rect">
            <a:avLst/>
          </a:prstGeom>
          <a:noFill/>
        </p:spPr>
        <p:txBody>
          <a:bodyPr wrap="square" lIns="0" tIns="0" rIns="0" bIns="0" rtlCol="0">
            <a:noAutofit/>
          </a:bodyPr>
          <a:lstStyle/>
          <a:p>
            <a:pPr algn="r"/>
            <a:r>
              <a:rPr lang="en-US" sz="800">
                <a:solidFill>
                  <a:schemeClr val="bg2">
                    <a:lumMod val="50000"/>
                  </a:schemeClr>
                </a:solidFill>
              </a:rPr>
              <a:t>No content below the line</a:t>
            </a:r>
          </a:p>
        </p:txBody>
      </p:sp>
      <p:cxnSp>
        <p:nvCxnSpPr>
          <p:cNvPr id="11" name="Straight Connector 10"/>
          <p:cNvCxnSpPr/>
          <p:nvPr userDrawn="1"/>
        </p:nvCxnSpPr>
        <p:spPr>
          <a:xfrm flipH="1">
            <a:off x="9215269" y="5993538"/>
            <a:ext cx="1100194" cy="0"/>
          </a:xfrm>
          <a:prstGeom prst="line">
            <a:avLst/>
          </a:prstGeom>
          <a:ln w="3175" cmpd="sng">
            <a:solidFill>
              <a:schemeClr val="tx2"/>
            </a:solidFill>
            <a:prstDash val="dot"/>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userDrawn="1"/>
        </p:nvSpPr>
        <p:spPr>
          <a:xfrm>
            <a:off x="9215269" y="5854369"/>
            <a:ext cx="1100193" cy="142555"/>
          </a:xfrm>
          <a:prstGeom prst="rect">
            <a:avLst/>
          </a:prstGeom>
          <a:noFill/>
        </p:spPr>
        <p:txBody>
          <a:bodyPr wrap="square" lIns="0" tIns="0" rIns="0" bIns="0" rtlCol="0">
            <a:noAutofit/>
          </a:bodyPr>
          <a:lstStyle/>
          <a:p>
            <a:pPr algn="l"/>
            <a:r>
              <a:rPr lang="en-US" sz="800">
                <a:solidFill>
                  <a:schemeClr val="bg2">
                    <a:lumMod val="50000"/>
                  </a:schemeClr>
                </a:solidFill>
              </a:rPr>
              <a:t>No content below the line</a:t>
            </a:r>
          </a:p>
        </p:txBody>
      </p:sp>
      <p:sp>
        <p:nvSpPr>
          <p:cNvPr id="15" name="Date Placeholder 14"/>
          <p:cNvSpPr>
            <a:spLocks noGrp="1"/>
          </p:cNvSpPr>
          <p:nvPr>
            <p:ph type="dt" sz="half" idx="2"/>
          </p:nvPr>
        </p:nvSpPr>
        <p:spPr>
          <a:xfrm>
            <a:off x="6421439" y="1100212"/>
            <a:ext cx="2386012" cy="223277"/>
          </a:xfrm>
          <a:prstGeom prst="rect">
            <a:avLst/>
          </a:prstGeom>
        </p:spPr>
        <p:txBody>
          <a:bodyPr vert="horz" lIns="0" tIns="0" rIns="0" bIns="0" rtlCol="0" anchor="t"/>
          <a:lstStyle>
            <a:lvl1pPr algn="l">
              <a:defRPr lang="en-US" sz="1000" b="0" i="0" smtClean="0">
                <a:solidFill>
                  <a:srgbClr val="000000"/>
                </a:solidFill>
                <a:latin typeface="Arial Regular" charset="0"/>
                <a:cs typeface="Arial Regular" charset="0"/>
              </a:defRPr>
            </a:lvl1pPr>
          </a:lstStyle>
          <a:p>
            <a:endParaRPr lang="en-US"/>
          </a:p>
        </p:txBody>
      </p:sp>
      <p:sp>
        <p:nvSpPr>
          <p:cNvPr id="13" name="Rectangle 12"/>
          <p:cNvSpPr/>
          <p:nvPr userDrawn="1"/>
        </p:nvSpPr>
        <p:spPr>
          <a:xfrm>
            <a:off x="171061" y="6013061"/>
            <a:ext cx="2068286" cy="71016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4" name="Picture 13"/>
          <p:cNvPicPr>
            <a:picLocks noChangeAspect="1"/>
          </p:cNvPicPr>
          <p:nvPr userDrawn="1"/>
        </p:nvPicPr>
        <p:blipFill>
          <a:blip r:embed="rId23">
            <a:extLst>
              <a:ext uri="{28A0092B-C50C-407E-A947-70E740481C1C}">
                <a14:useLocalDpi xmlns:a14="http://schemas.microsoft.com/office/drawing/2010/main"/>
              </a:ext>
            </a:extLst>
          </a:blip>
          <a:stretch>
            <a:fillRect/>
          </a:stretch>
        </p:blipFill>
        <p:spPr>
          <a:xfrm>
            <a:off x="317352" y="6117205"/>
            <a:ext cx="963930" cy="461010"/>
          </a:xfrm>
          <a:prstGeom prst="rect">
            <a:avLst/>
          </a:prstGeom>
        </p:spPr>
      </p:pic>
    </p:spTree>
    <p:extLst>
      <p:ext uri="{BB962C8B-B14F-4D97-AF65-F5344CB8AC3E}">
        <p14:creationId xmlns:p14="http://schemas.microsoft.com/office/powerpoint/2010/main" val="2965970304"/>
      </p:ext>
    </p:extLst>
  </p:cSld>
  <p:clrMap bg1="lt1" tx1="dk1" bg2="lt2" tx2="dk2" accent1="accent1" accent2="accent2" accent3="accent3" accent4="accent4" accent5="accent5" accent6="accent6" hlink="hlink" folHlink="folHlink"/>
  <p:sldLayoutIdLst>
    <p:sldLayoutId id="2147484144" r:id="rId1"/>
    <p:sldLayoutId id="2147484146" r:id="rId2"/>
    <p:sldLayoutId id="2147484147" r:id="rId3"/>
    <p:sldLayoutId id="2147484148" r:id="rId4"/>
    <p:sldLayoutId id="2147484149" r:id="rId5"/>
    <p:sldLayoutId id="2147484143" r:id="rId6"/>
    <p:sldLayoutId id="2147484159" r:id="rId7"/>
    <p:sldLayoutId id="2147484150" r:id="rId8"/>
    <p:sldLayoutId id="2147484151" r:id="rId9"/>
    <p:sldLayoutId id="2147484152" r:id="rId10"/>
    <p:sldLayoutId id="2147484154" r:id="rId11"/>
    <p:sldLayoutId id="2147484155" r:id="rId12"/>
    <p:sldLayoutId id="2147484156" r:id="rId13"/>
    <p:sldLayoutId id="2147484157" r:id="rId14"/>
    <p:sldLayoutId id="2147484158" r:id="rId15"/>
    <p:sldLayoutId id="2147484160" r:id="rId16"/>
    <p:sldLayoutId id="2147484145" r:id="rId17"/>
    <p:sldLayoutId id="2147484161" r:id="rId18"/>
    <p:sldLayoutId id="2147484163" r:id="rId19"/>
    <p:sldLayoutId id="2147484164" r:id="rId20"/>
    <p:sldLayoutId id="2147484165" r:id="rId21"/>
  </p:sldLayoutIdLst>
  <p:transition/>
  <p:hf hdr="0" dt="0"/>
  <p:txStyles>
    <p:titleStyle>
      <a:lvl1pPr algn="l" defTabSz="457200" rtl="0" eaLnBrk="1" latinLnBrk="0" hangingPunct="1">
        <a:spcBef>
          <a:spcPct val="0"/>
        </a:spcBef>
        <a:buNone/>
        <a:defRPr sz="2800" b="1" i="0" kern="1200" baseline="0">
          <a:solidFill>
            <a:schemeClr val="tx1"/>
          </a:solidFill>
          <a:latin typeface="Arial"/>
          <a:ea typeface="Arial"/>
          <a:cs typeface="Arial"/>
        </a:defRPr>
      </a:lvl1pPr>
    </p:titleStyle>
    <p:bodyStyle>
      <a:lvl1pPr marL="0" indent="0" algn="l" defTabSz="457200" rtl="0" eaLnBrk="1" latinLnBrk="0" hangingPunct="1">
        <a:spcBef>
          <a:spcPts val="500"/>
        </a:spcBef>
        <a:buFont typeface="Arial"/>
        <a:buNone/>
        <a:defRPr sz="2000" b="1" i="0" kern="1200" baseline="0">
          <a:solidFill>
            <a:schemeClr val="tx1"/>
          </a:solidFill>
          <a:latin typeface="Arial"/>
          <a:ea typeface="Arial"/>
          <a:cs typeface="Arial"/>
        </a:defRPr>
      </a:lvl1pPr>
      <a:lvl2pPr marL="182880" marR="0" indent="-182880" algn="l" defTabSz="457200" rtl="0" eaLnBrk="1" fontAlgn="auto" latinLnBrk="0" hangingPunct="1">
        <a:lnSpc>
          <a:spcPct val="100000"/>
        </a:lnSpc>
        <a:spcBef>
          <a:spcPts val="500"/>
        </a:spcBef>
        <a:spcAft>
          <a:spcPct val="0"/>
        </a:spcAft>
        <a:buClrTx/>
        <a:buSzTx/>
        <a:buFont typeface="Arial"/>
        <a:buChar char="•"/>
        <a:defRPr sz="2000" b="1" i="0" kern="1200">
          <a:solidFill>
            <a:schemeClr val="tx1"/>
          </a:solidFill>
          <a:latin typeface="Arial"/>
          <a:ea typeface="Arial"/>
          <a:cs typeface="Arial"/>
        </a:defRPr>
      </a:lvl2pPr>
      <a:lvl3pPr marL="393192" indent="-182880" algn="l" defTabSz="457200" rtl="0" eaLnBrk="1" latinLnBrk="0" hangingPunct="1">
        <a:spcBef>
          <a:spcPts val="600"/>
        </a:spcBef>
        <a:buFont typeface=".AppleSystemUIFont" charset="-120"/>
        <a:buChar char="-"/>
        <a:defRPr sz="1350" b="1" i="0" kern="1200">
          <a:solidFill>
            <a:schemeClr val="tx1"/>
          </a:solidFill>
          <a:latin typeface="Arial"/>
          <a:ea typeface="Arial"/>
          <a:cs typeface="Arial"/>
        </a:defRPr>
      </a:lvl3pPr>
      <a:lvl4pPr marL="603504" indent="-182880" algn="l" defTabSz="457200" rtl="0" eaLnBrk="1" latinLnBrk="0" hangingPunct="1">
        <a:spcBef>
          <a:spcPts val="500"/>
        </a:spcBef>
        <a:buSzTx/>
        <a:buFont typeface=".AppleSystemUIFont" charset="-120"/>
        <a:buChar char="-"/>
        <a:defRPr sz="1350" b="1" i="0" kern="1200">
          <a:solidFill>
            <a:schemeClr val="tx1"/>
          </a:solidFill>
          <a:latin typeface="Arial"/>
          <a:ea typeface="Arial"/>
          <a:cs typeface="Arial"/>
        </a:defRPr>
      </a:lvl4pPr>
      <a:lvl5pPr marL="822960" indent="-182880" algn="l" defTabSz="457200" rtl="0" eaLnBrk="1" latinLnBrk="0" hangingPunct="1">
        <a:spcBef>
          <a:spcPts val="500"/>
        </a:spcBef>
        <a:buFont typeface=".AppleSystemUIFont" charset="-120"/>
        <a:buChar char="-"/>
        <a:defRPr sz="1350" b="1" i="0" kern="1200">
          <a:solidFill>
            <a:schemeClr val="tx1"/>
          </a:solidFill>
          <a:latin typeface="Arial"/>
          <a:ea typeface="Arial"/>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0675" y="298846"/>
            <a:ext cx="5218888" cy="573024"/>
          </a:xfrm>
        </p:spPr>
        <p:txBody>
          <a:bodyPr>
            <a:noAutofit/>
          </a:bodyPr>
          <a:lstStyle/>
          <a:p>
            <a:r>
              <a:rPr lang="en-US" sz="2800" b="1">
                <a:solidFill>
                  <a:srgbClr val="FF0000"/>
                </a:solidFill>
              </a:rPr>
              <a:t>RS-INS-GLB-R-1106-V002</a:t>
            </a:r>
            <a:br>
              <a:rPr lang="en-US" sz="2800" b="1">
                <a:solidFill>
                  <a:srgbClr val="FF0000"/>
                </a:solidFill>
              </a:rPr>
            </a:br>
            <a:br>
              <a:rPr lang="en-US" sz="2800" b="1">
                <a:solidFill>
                  <a:srgbClr val="FF0000"/>
                </a:solidFill>
              </a:rPr>
            </a:br>
            <a:r>
              <a:rPr lang="en-US" sz="2800" b="1">
                <a:solidFill>
                  <a:srgbClr val="FF0000"/>
                </a:solidFill>
              </a:rPr>
              <a:t>Insurance RSR in R</a:t>
            </a:r>
          </a:p>
        </p:txBody>
      </p:sp>
      <p:sp>
        <p:nvSpPr>
          <p:cNvPr id="3" name="Text Placeholder 2"/>
          <p:cNvSpPr>
            <a:spLocks noGrp="1"/>
          </p:cNvSpPr>
          <p:nvPr>
            <p:ph type="body" sz="quarter" idx="12"/>
          </p:nvPr>
        </p:nvSpPr>
        <p:spPr>
          <a:xfrm>
            <a:off x="246247" y="1956391"/>
            <a:ext cx="4257351" cy="306567"/>
          </a:xfrm>
        </p:spPr>
        <p:txBody>
          <a:bodyPr vert="horz" lIns="0" tIns="0" rIns="0" bIns="0" rtlCol="0" anchor="t">
            <a:noAutofit/>
          </a:bodyPr>
          <a:lstStyle/>
          <a:p>
            <a:r>
              <a:rPr lang="en-US" sz="1400" dirty="0"/>
              <a:t>November 17, 2025</a:t>
            </a:r>
          </a:p>
          <a:p>
            <a:endParaRPr lang="en-US"/>
          </a:p>
          <a:p>
            <a:endParaRPr lang="en-US"/>
          </a:p>
        </p:txBody>
      </p:sp>
      <p:sp>
        <p:nvSpPr>
          <p:cNvPr id="4" name="Text Placeholder 3"/>
          <p:cNvSpPr>
            <a:spLocks noGrp="1"/>
          </p:cNvSpPr>
          <p:nvPr>
            <p:ph type="body" sz="quarter" idx="13"/>
          </p:nvPr>
        </p:nvSpPr>
        <p:spPr>
          <a:xfrm>
            <a:off x="5970494" y="298845"/>
            <a:ext cx="2829118" cy="1964113"/>
          </a:xfrm>
        </p:spPr>
        <p:txBody>
          <a:bodyPr/>
          <a:lstStyle/>
          <a:p>
            <a:r>
              <a:rPr lang="en-US" sz="1600"/>
              <a:t>Jessica Zhu</a:t>
            </a:r>
          </a:p>
          <a:p>
            <a:r>
              <a:rPr lang="en-US" sz="1600"/>
              <a:t>Associate Director, </a:t>
            </a:r>
          </a:p>
          <a:p>
            <a:r>
              <a:rPr lang="en-US" sz="1600"/>
              <a:t>FS Methodologies</a:t>
            </a:r>
          </a:p>
          <a:p>
            <a:endParaRPr lang="en-US" sz="1600"/>
          </a:p>
          <a:p>
            <a:r>
              <a:rPr lang="en-US" sz="1600" err="1"/>
              <a:t>Qianwen</a:t>
            </a:r>
            <a:r>
              <a:rPr lang="en-US" sz="1600"/>
              <a:t> Xing</a:t>
            </a:r>
          </a:p>
          <a:p>
            <a:r>
              <a:rPr lang="en-US" sz="1600"/>
              <a:t>Sr Analyst</a:t>
            </a:r>
          </a:p>
          <a:p>
            <a:r>
              <a:rPr lang="en-US" sz="1600"/>
              <a:t>AQV</a:t>
            </a:r>
          </a:p>
          <a:p>
            <a:endParaRPr lang="en-US" sz="1600"/>
          </a:p>
        </p:txBody>
      </p:sp>
      <p:sp>
        <p:nvSpPr>
          <p:cNvPr id="6" name="Text Placeholder 5"/>
          <p:cNvSpPr>
            <a:spLocks noGrp="1"/>
          </p:cNvSpPr>
          <p:nvPr>
            <p:ph type="body" sz="quarter" idx="15"/>
          </p:nvPr>
        </p:nvSpPr>
        <p:spPr>
          <a:xfrm>
            <a:off x="6422098" y="5698923"/>
            <a:ext cx="2377514" cy="828861"/>
          </a:xfrm>
        </p:spPr>
        <p:txBody>
          <a:bodyPr/>
          <a:lstStyle/>
          <a:p>
            <a:r>
              <a:rPr lang="en-US"/>
              <a:t>Copyright © 2016 by S&amp;P Global. </a:t>
            </a:r>
            <a:br>
              <a:rPr lang="en-US"/>
            </a:br>
            <a:r>
              <a:rPr lang="en-US"/>
              <a:t>All rights reserved.</a:t>
            </a:r>
          </a:p>
          <a:p>
            <a:r>
              <a:rPr lang="en-US"/>
              <a:t>Last update – 09/24/2024</a:t>
            </a:r>
          </a:p>
        </p:txBody>
      </p:sp>
      <p:pic>
        <p:nvPicPr>
          <p:cNvPr id="9" name="Picture Placeholder 9"/>
          <p:cNvPicPr>
            <a:picLocks noGrp="1" noChangeAspect="1"/>
          </p:cNvPicPr>
          <p:nvPr>
            <p:ph type="pic" sz="quarter" idx="16"/>
          </p:nvPr>
        </p:nvPicPr>
        <p:blipFill>
          <a:blip r:embed="rId2">
            <a:extLst>
              <a:ext uri="{28A0092B-C50C-407E-A947-70E740481C1C}">
                <a14:useLocalDpi xmlns:a14="http://schemas.microsoft.com/office/drawing/2010/main"/>
              </a:ext>
            </a:extLst>
          </a:blip>
          <a:stretch>
            <a:fillRect/>
          </a:stretch>
        </p:blipFill>
        <p:spPr>
          <a:xfrm>
            <a:off x="320675" y="2419840"/>
            <a:ext cx="8486775" cy="2284046"/>
          </a:xfrm>
        </p:spPr>
      </p:pic>
    </p:spTree>
    <p:extLst>
      <p:ext uri="{BB962C8B-B14F-4D97-AF65-F5344CB8AC3E}">
        <p14:creationId xmlns:p14="http://schemas.microsoft.com/office/powerpoint/2010/main" val="3110272117"/>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quarter" idx="13"/>
          </p:nvPr>
        </p:nvSpPr>
        <p:spPr>
          <a:xfrm>
            <a:off x="227013" y="889001"/>
            <a:ext cx="8688387" cy="5030788"/>
          </a:xfrm>
        </p:spPr>
        <p:txBody>
          <a:bodyPr/>
          <a:lstStyle/>
          <a:p>
            <a:pPr marL="457200" indent="-457200">
              <a:buAutoNum type="arabicPeriod"/>
            </a:pPr>
            <a:r>
              <a:rPr lang="en-US" sz="1800"/>
              <a:t>Executive Summary </a:t>
            </a:r>
          </a:p>
          <a:p>
            <a:pPr marL="457200" indent="-457200">
              <a:buAutoNum type="arabicPeriod"/>
            </a:pPr>
            <a:r>
              <a:rPr lang="en-US" sz="1800"/>
              <a:t>Relevant Criteria Articles</a:t>
            </a:r>
          </a:p>
          <a:p>
            <a:pPr marL="457200" indent="-457200">
              <a:buAutoNum type="arabicPeriod"/>
            </a:pPr>
            <a:r>
              <a:rPr lang="en-US" sz="1800"/>
              <a:t>Development Information</a:t>
            </a:r>
          </a:p>
          <a:p>
            <a:pPr marL="457200" indent="-457200">
              <a:buAutoNum type="arabicPeriod"/>
            </a:pPr>
            <a:r>
              <a:rPr lang="en-US" sz="1800"/>
              <a:t>Access &amp; Version Controls for Model Deployment</a:t>
            </a:r>
          </a:p>
          <a:p>
            <a:pPr marL="457200" indent="-457200">
              <a:buFont typeface="Arial"/>
              <a:buAutoNum type="arabicPeriod"/>
            </a:pPr>
            <a:r>
              <a:rPr lang="en-US" sz="1800"/>
              <a:t>Key Model Assumptions</a:t>
            </a:r>
          </a:p>
          <a:p>
            <a:pPr marL="457200" indent="-457200">
              <a:buAutoNum type="arabicPeriod"/>
            </a:pPr>
            <a:r>
              <a:rPr lang="en-US" sz="1800"/>
              <a:t>Limitations/Restrictions for the Model</a:t>
            </a:r>
          </a:p>
          <a:p>
            <a:pPr marL="457200" indent="-457200">
              <a:buAutoNum type="arabicPeriod"/>
            </a:pPr>
            <a:r>
              <a:rPr lang="en-US" sz="1800"/>
              <a:t>Material Changes from Prior Model</a:t>
            </a:r>
          </a:p>
          <a:p>
            <a:pPr marL="457200" indent="-457200">
              <a:buAutoNum type="arabicPeriod"/>
            </a:pPr>
            <a:r>
              <a:rPr lang="en-US" sz="1800"/>
              <a:t>Testing</a:t>
            </a:r>
          </a:p>
          <a:p>
            <a:pPr marL="457200" indent="-457200">
              <a:buAutoNum type="arabicPeriod"/>
            </a:pPr>
            <a:r>
              <a:rPr lang="en-US" sz="1800"/>
              <a:t>Back-Testing</a:t>
            </a:r>
          </a:p>
          <a:p>
            <a:pPr marL="457200" indent="-457200">
              <a:buAutoNum type="arabicPeriod"/>
            </a:pPr>
            <a:r>
              <a:rPr lang="en-US" sz="1800"/>
              <a:t>Model Validation Summary</a:t>
            </a:r>
          </a:p>
          <a:p>
            <a:pPr marL="457200" indent="-457200">
              <a:buAutoNum type="arabicPeriod"/>
            </a:pPr>
            <a:r>
              <a:rPr lang="en-US" sz="1800"/>
              <a:t>Model Training</a:t>
            </a:r>
          </a:p>
          <a:p>
            <a:pPr marL="457200" indent="-457200">
              <a:buAutoNum type="arabicPeriod"/>
            </a:pPr>
            <a:r>
              <a:rPr lang="en-US" sz="1800"/>
              <a:t>Model Retirement Request</a:t>
            </a:r>
          </a:p>
        </p:txBody>
      </p:sp>
      <p:sp>
        <p:nvSpPr>
          <p:cNvPr id="6" name="Slide Number Placeholder 5"/>
          <p:cNvSpPr>
            <a:spLocks noGrp="1"/>
          </p:cNvSpPr>
          <p:nvPr>
            <p:ph type="sldNum" sz="quarter" idx="16"/>
          </p:nvPr>
        </p:nvSpPr>
        <p:spPr/>
        <p:txBody>
          <a:bodyPr/>
          <a:lstStyle/>
          <a:p>
            <a:fld id="{D8C7B916-C5B8-B44E-8A57-C4F989E2FE98}" type="slidenum">
              <a:rPr lang="en-US" smtClean="0"/>
              <a:t>2</a:t>
            </a:fld>
            <a:endParaRPr lang="en-US"/>
          </a:p>
        </p:txBody>
      </p:sp>
      <p:sp>
        <p:nvSpPr>
          <p:cNvPr id="2" name="Title 1"/>
          <p:cNvSpPr>
            <a:spLocks noGrp="1"/>
          </p:cNvSpPr>
          <p:nvPr>
            <p:ph type="title"/>
          </p:nvPr>
        </p:nvSpPr>
        <p:spPr>
          <a:xfrm>
            <a:off x="227013" y="280847"/>
            <a:ext cx="8688387" cy="322404"/>
          </a:xfrm>
        </p:spPr>
        <p:txBody>
          <a:bodyPr/>
          <a:lstStyle/>
          <a:p>
            <a:r>
              <a:rPr lang="en-US"/>
              <a:t>Agenda</a:t>
            </a:r>
          </a:p>
        </p:txBody>
      </p:sp>
    </p:spTree>
    <p:extLst>
      <p:ext uri="{BB962C8B-B14F-4D97-AF65-F5344CB8AC3E}">
        <p14:creationId xmlns:p14="http://schemas.microsoft.com/office/powerpoint/2010/main" val="29936112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sz="quarter" idx="13"/>
          </p:nvPr>
        </p:nvSpPr>
        <p:spPr>
          <a:xfrm>
            <a:off x="455613" y="656673"/>
            <a:ext cx="8459787" cy="5248275"/>
          </a:xfrm>
        </p:spPr>
        <p:txBody>
          <a:bodyPr vert="horz" lIns="0" tIns="0" rIns="0" bIns="0" rtlCol="0" anchor="t">
            <a:noAutofit/>
          </a:bodyPr>
          <a:lstStyle/>
          <a:p>
            <a:pPr marL="342900" indent="-342900">
              <a:buFont typeface="+mj-lt"/>
              <a:buAutoNum type="arabicPeriod"/>
            </a:pPr>
            <a:r>
              <a:rPr lang="en-US" sz="1200">
                <a:latin typeface="Arial" pitchFamily="34" charset="0"/>
                <a:cs typeface="Arial" pitchFamily="34" charset="0"/>
              </a:rPr>
              <a:t>Model Name &amp; ID: </a:t>
            </a:r>
            <a:r>
              <a:rPr lang="en-US" sz="1200" b="0">
                <a:latin typeface="Arial" pitchFamily="34" charset="0"/>
                <a:cs typeface="Arial" pitchFamily="34" charset="0"/>
              </a:rPr>
              <a:t>Insurance RSR in R RS-INS-GLB-R-1106-V002</a:t>
            </a:r>
          </a:p>
          <a:p>
            <a:pPr marL="342900" indent="-342900">
              <a:buFont typeface="+mj-lt"/>
              <a:buAutoNum type="arabicPeriod"/>
            </a:pPr>
            <a:endParaRPr lang="en-US" sz="1200">
              <a:latin typeface="Arial" pitchFamily="34" charset="0"/>
              <a:cs typeface="Arial" pitchFamily="34" charset="0"/>
            </a:endParaRPr>
          </a:p>
          <a:p>
            <a:pPr marL="342900" indent="-342900">
              <a:buFont typeface="+mj-lt"/>
              <a:buAutoNum type="arabicPeriod"/>
            </a:pPr>
            <a:r>
              <a:rPr lang="en-US" sz="1200">
                <a:latin typeface="Arial" pitchFamily="34" charset="0"/>
                <a:cs typeface="Arial" pitchFamily="34" charset="0"/>
              </a:rPr>
              <a:t>Covered Model Type: </a:t>
            </a:r>
            <a:r>
              <a:rPr lang="en-US" sz="1200" b="0">
                <a:latin typeface="Arial" pitchFamily="34" charset="0"/>
                <a:cs typeface="Arial" pitchFamily="34" charset="0"/>
              </a:rPr>
              <a:t>Ratings Model</a:t>
            </a:r>
            <a:endParaRPr lang="en-US" sz="1200">
              <a:latin typeface="Arial" pitchFamily="34" charset="0"/>
              <a:cs typeface="Arial" pitchFamily="34" charset="0"/>
            </a:endParaRPr>
          </a:p>
          <a:p>
            <a:pPr marL="342900" indent="-342900">
              <a:buFont typeface="+mj-lt"/>
              <a:buAutoNum type="arabicPeriod"/>
            </a:pPr>
            <a:endParaRPr lang="en-US" sz="1200" b="0">
              <a:latin typeface="Arial" pitchFamily="34" charset="0"/>
              <a:cs typeface="Arial" pitchFamily="34" charset="0"/>
            </a:endParaRPr>
          </a:p>
          <a:p>
            <a:pPr marL="342900" indent="-342900">
              <a:buFont typeface="+mj-lt"/>
              <a:buAutoNum type="arabicPeriod"/>
            </a:pPr>
            <a:r>
              <a:rPr lang="en-US" sz="1200">
                <a:latin typeface="Arial" pitchFamily="34" charset="0"/>
                <a:cs typeface="Arial" pitchFamily="34" charset="0"/>
              </a:rPr>
              <a:t>Purpose of the Model</a:t>
            </a:r>
            <a:r>
              <a:rPr lang="en-US" sz="1200" b="0">
                <a:latin typeface="Arial" pitchFamily="34" charset="0"/>
                <a:cs typeface="Arial" pitchFamily="34" charset="0"/>
              </a:rPr>
              <a:t>: The Insurance RSR in R model serves as a scorecard and provides a recommended SACP, group SACP, GCP, ICR, or FSR for global insurers. It is recoded in R from the Insurance RSR excel model.</a:t>
            </a:r>
          </a:p>
          <a:p>
            <a:pPr marL="342900" indent="-342900">
              <a:buFont typeface="+mj-lt"/>
              <a:buAutoNum type="arabicPeriod"/>
            </a:pPr>
            <a:endParaRPr lang="en-US" sz="1200" b="0">
              <a:latin typeface="Arial" pitchFamily="34" charset="0"/>
              <a:cs typeface="Arial" pitchFamily="34" charset="0"/>
            </a:endParaRPr>
          </a:p>
          <a:p>
            <a:pPr marL="342900" indent="-342900">
              <a:buFont typeface="+mj-lt"/>
              <a:buAutoNum type="arabicPeriod"/>
            </a:pPr>
            <a:r>
              <a:rPr lang="en-US" sz="1200">
                <a:latin typeface="Arial" pitchFamily="34" charset="0"/>
                <a:cs typeface="Arial" pitchFamily="34" charset="0"/>
              </a:rPr>
              <a:t>Region: </a:t>
            </a:r>
            <a:r>
              <a:rPr lang="en-US" sz="1200" b="0">
                <a:latin typeface="Arial" pitchFamily="34" charset="0"/>
                <a:cs typeface="Arial" pitchFamily="34" charset="0"/>
              </a:rPr>
              <a:t>Global</a:t>
            </a:r>
          </a:p>
          <a:p>
            <a:pPr marL="342900" indent="-342900">
              <a:buFont typeface="+mj-lt"/>
              <a:buAutoNum type="arabicPeriod"/>
            </a:pPr>
            <a:endParaRPr lang="en-US" sz="1200" b="0">
              <a:latin typeface="Arial" pitchFamily="34" charset="0"/>
              <a:cs typeface="Arial" pitchFamily="34" charset="0"/>
            </a:endParaRPr>
          </a:p>
          <a:p>
            <a:pPr marL="342900" indent="-342900">
              <a:buFont typeface="+mj-lt"/>
              <a:buAutoNum type="arabicPeriod"/>
            </a:pPr>
            <a:r>
              <a:rPr lang="en-US" sz="1200">
                <a:latin typeface="Arial" pitchFamily="34" charset="0"/>
                <a:cs typeface="Arial" pitchFamily="34" charset="0"/>
              </a:rPr>
              <a:t>Business: </a:t>
            </a:r>
            <a:r>
              <a:rPr lang="en-US" sz="1200" b="0">
                <a:latin typeface="Arial" pitchFamily="34" charset="0"/>
                <a:cs typeface="Arial" pitchFamily="34" charset="0"/>
              </a:rPr>
              <a:t>Insurance</a:t>
            </a:r>
            <a:endParaRPr lang="en-US" sz="1200">
              <a:latin typeface="Arial" pitchFamily="34" charset="0"/>
              <a:cs typeface="Arial" pitchFamily="34" charset="0"/>
            </a:endParaRPr>
          </a:p>
          <a:p>
            <a:pPr marL="342900" indent="-342900">
              <a:buFont typeface="+mj-lt"/>
              <a:buAutoNum type="arabicPeriod"/>
            </a:pPr>
            <a:endParaRPr lang="en-US" sz="1200" b="0">
              <a:latin typeface="Arial" pitchFamily="34" charset="0"/>
              <a:cs typeface="Arial" pitchFamily="34" charset="0"/>
            </a:endParaRPr>
          </a:p>
          <a:p>
            <a:pPr marL="342900" indent="-342900">
              <a:buFont typeface="+mj-lt"/>
              <a:buAutoNum type="arabicPeriod"/>
            </a:pPr>
            <a:r>
              <a:rPr lang="en-US" sz="1200">
                <a:latin typeface="Arial" pitchFamily="34" charset="0"/>
                <a:cs typeface="Arial" pitchFamily="34" charset="0"/>
              </a:rPr>
              <a:t>Model cross reference to other models: </a:t>
            </a:r>
          </a:p>
          <a:p>
            <a:pPr lvl="1" indent="0">
              <a:buNone/>
            </a:pPr>
            <a:r>
              <a:rPr lang="en-US" sz="1200" b="0">
                <a:latin typeface="Arial" pitchFamily="34" charset="0"/>
                <a:cs typeface="Arial" pitchFamily="34" charset="0"/>
              </a:rPr>
              <a:t>	RS-INS-GLB-R-001087-V008 Insurance RSR</a:t>
            </a:r>
          </a:p>
          <a:p>
            <a:pPr lvl="1" indent="0">
              <a:buNone/>
            </a:pPr>
            <a:r>
              <a:rPr lang="en-US" sz="1200" b="0">
                <a:latin typeface="Arial" pitchFamily="34" charset="0"/>
                <a:cs typeface="Arial" pitchFamily="34" charset="0"/>
              </a:rPr>
              <a:t>	RS-INS-GLB-R-001088-V006 Insurance Scoring Template (Simplify)</a:t>
            </a:r>
          </a:p>
          <a:p>
            <a:pPr lvl="1" indent="0">
              <a:buNone/>
            </a:pPr>
            <a:endParaRPr lang="en-US" sz="1200" b="0">
              <a:latin typeface="Arial" pitchFamily="34" charset="0"/>
              <a:cs typeface="Arial" pitchFamily="34" charset="0"/>
            </a:endParaRPr>
          </a:p>
          <a:p>
            <a:pPr marL="342900" indent="-342900">
              <a:buFont typeface="+mj-lt"/>
              <a:buAutoNum type="arabicPeriod"/>
            </a:pPr>
            <a:r>
              <a:rPr lang="en-US" sz="1200"/>
              <a:t>Actual or expected usage: </a:t>
            </a:r>
            <a:r>
              <a:rPr lang="en-US" sz="1200" b="0"/>
              <a:t>The model is a global insurance credit-scoring model we will use across our insurance ratings practice.</a:t>
            </a:r>
          </a:p>
          <a:p>
            <a:pPr marL="342900" indent="-342900">
              <a:buFont typeface="+mj-lt"/>
              <a:buAutoNum type="arabicPeriod"/>
            </a:pPr>
            <a:endParaRPr lang="en-US" sz="1200">
              <a:latin typeface="Arial" pitchFamily="34" charset="0"/>
              <a:cs typeface="Arial" pitchFamily="34" charset="0"/>
            </a:endParaRPr>
          </a:p>
          <a:p>
            <a:pPr marL="342900" indent="-342900">
              <a:buFont typeface="+mj-lt"/>
              <a:buAutoNum type="arabicPeriod"/>
            </a:pPr>
            <a:r>
              <a:rPr lang="en-US" sz="1200">
                <a:latin typeface="Arial" pitchFamily="34" charset="0"/>
                <a:cs typeface="Arial" pitchFamily="34" charset="0"/>
              </a:rPr>
              <a:t>Time frame during which model is expected to remain valid: </a:t>
            </a:r>
            <a:r>
              <a:rPr lang="en-US" sz="1200" b="0">
                <a:latin typeface="Arial" pitchFamily="34" charset="0"/>
                <a:cs typeface="Arial" pitchFamily="34" charset="0"/>
              </a:rPr>
              <a:t>Until changes to criteria or other changes trigger a new version.</a:t>
            </a:r>
          </a:p>
          <a:p>
            <a:pPr marL="342900" indent="-342900">
              <a:buFont typeface="+mj-lt"/>
              <a:buAutoNum type="arabicPeriod"/>
            </a:pPr>
            <a:endParaRPr lang="en-US" sz="1200" b="0">
              <a:latin typeface="Arial" pitchFamily="34" charset="0"/>
              <a:cs typeface="Arial" pitchFamily="34" charset="0"/>
            </a:endParaRPr>
          </a:p>
          <a:p>
            <a:pPr marL="342900" indent="-342900">
              <a:buFont typeface="+mj-lt"/>
              <a:buAutoNum type="arabicPeriod"/>
            </a:pPr>
            <a:r>
              <a:rPr lang="en-US" sz="1200">
                <a:latin typeface="Arial" pitchFamily="34" charset="0"/>
                <a:cs typeface="Arial" pitchFamily="34" charset="0"/>
              </a:rPr>
              <a:t>Squad:  </a:t>
            </a:r>
            <a:r>
              <a:rPr lang="en-US" sz="1200" b="0">
                <a:latin typeface="Arial" pitchFamily="34" charset="0"/>
                <a:cs typeface="Arial" pitchFamily="34" charset="0"/>
              </a:rPr>
              <a:t> </a:t>
            </a:r>
            <a:r>
              <a:rPr lang="en-US" sz="1200" b="0" i="1">
                <a:latin typeface="Arial" pitchFamily="34" charset="0"/>
                <a:cs typeface="Arial" pitchFamily="34" charset="0"/>
              </a:rPr>
              <a:t>Model working group</a:t>
            </a:r>
            <a:r>
              <a:rPr lang="en-US" sz="1200" b="0">
                <a:latin typeface="Arial" pitchFamily="34" charset="0"/>
                <a:cs typeface="Arial" pitchFamily="34" charset="0"/>
              </a:rPr>
              <a:t>: </a:t>
            </a:r>
          </a:p>
          <a:p>
            <a:pPr marL="1483995" lvl="5" indent="-342900">
              <a:buFont typeface="Wingdings" panose="05000000000000000000" pitchFamily="2" charset="2"/>
              <a:buChar char="§"/>
            </a:pPr>
            <a:r>
              <a:rPr lang="en-US" sz="1200" b="0" i="1">
                <a:latin typeface="Arial" pitchFamily="34" charset="0"/>
                <a:cs typeface="Arial" pitchFamily="34" charset="0"/>
              </a:rPr>
              <a:t>Developer: Jessica Zhu</a:t>
            </a:r>
          </a:p>
          <a:p>
            <a:pPr marL="1483995" lvl="5" indent="-342900">
              <a:buFont typeface="Wingdings" panose="05000000000000000000" pitchFamily="2" charset="2"/>
              <a:buChar char="§"/>
            </a:pPr>
            <a:r>
              <a:rPr lang="en-US" sz="1200" b="0" i="1">
                <a:latin typeface="Arial"/>
                <a:cs typeface="Arial"/>
              </a:rPr>
              <a:t>Tester: Michael Forbes</a:t>
            </a:r>
          </a:p>
          <a:p>
            <a:pPr marL="1483995" lvl="5" indent="-342900">
              <a:buFont typeface="Wingdings" panose="05000000000000000000" pitchFamily="2" charset="2"/>
              <a:buChar char="§"/>
            </a:pPr>
            <a:r>
              <a:rPr lang="en-US" sz="1200" b="0" i="1">
                <a:latin typeface="Arial" pitchFamily="34" charset="0"/>
                <a:cs typeface="Arial" pitchFamily="34" charset="0"/>
              </a:rPr>
              <a:t>Squad Leader/Model Owner: Jessica Zhu</a:t>
            </a:r>
          </a:p>
          <a:p>
            <a:pPr marL="1483995" lvl="5" indent="-342900">
              <a:buFont typeface="Wingdings" panose="05000000000000000000" pitchFamily="2" charset="2"/>
              <a:buChar char="§"/>
            </a:pPr>
            <a:r>
              <a:rPr lang="en-US" sz="1200" b="0" i="1">
                <a:latin typeface="Arial" pitchFamily="34" charset="0"/>
                <a:cs typeface="Arial" pitchFamily="34" charset="0"/>
              </a:rPr>
              <a:t>Model Coordinator/Approver: Anoop Garg	 </a:t>
            </a:r>
            <a:endParaRPr lang="en-US" sz="1200" i="1">
              <a:latin typeface="Arial" pitchFamily="34" charset="0"/>
              <a:cs typeface="Arial" pitchFamily="34" charset="0"/>
            </a:endParaRPr>
          </a:p>
          <a:p>
            <a:endParaRPr lang="en-GB" sz="1400"/>
          </a:p>
          <a:p>
            <a:pPr marL="342900" indent="-342900">
              <a:buFont typeface="Arial" pitchFamily="34" charset="0"/>
              <a:buChar char="•"/>
            </a:pPr>
            <a:endParaRPr lang="en-GB" sz="1400"/>
          </a:p>
        </p:txBody>
      </p:sp>
      <p:sp>
        <p:nvSpPr>
          <p:cNvPr id="3" name="Slide Number Placeholder 2"/>
          <p:cNvSpPr>
            <a:spLocks noGrp="1"/>
          </p:cNvSpPr>
          <p:nvPr>
            <p:ph type="sldNum" sz="quarter" idx="16"/>
          </p:nvPr>
        </p:nvSpPr>
        <p:spPr/>
        <p:txBody>
          <a:bodyPr/>
          <a:lstStyle/>
          <a:p>
            <a:fld id="{D8C7B916-C5B8-B44E-8A57-C4F989E2FE98}" type="slidenum">
              <a:rPr lang="en-US" smtClean="0"/>
              <a:t>3</a:t>
            </a:fld>
            <a:endParaRPr lang="en-US"/>
          </a:p>
        </p:txBody>
      </p:sp>
      <p:sp>
        <p:nvSpPr>
          <p:cNvPr id="11" name="Title 10"/>
          <p:cNvSpPr>
            <a:spLocks noGrp="1"/>
          </p:cNvSpPr>
          <p:nvPr>
            <p:ph type="title"/>
          </p:nvPr>
        </p:nvSpPr>
        <p:spPr>
          <a:xfrm>
            <a:off x="227013" y="280847"/>
            <a:ext cx="8688387" cy="315502"/>
          </a:xfrm>
        </p:spPr>
        <p:txBody>
          <a:bodyPr/>
          <a:lstStyle/>
          <a:p>
            <a:r>
              <a:rPr lang="en-US" sz="1800"/>
              <a:t>1. Executive Summary:</a:t>
            </a:r>
            <a:endParaRPr lang="en-US" sz="1800">
              <a:solidFill>
                <a:srgbClr val="FF0000"/>
              </a:solidFill>
            </a:endParaRPr>
          </a:p>
        </p:txBody>
      </p:sp>
    </p:spTree>
    <p:extLst>
      <p:ext uri="{BB962C8B-B14F-4D97-AF65-F5344CB8AC3E}">
        <p14:creationId xmlns:p14="http://schemas.microsoft.com/office/powerpoint/2010/main" val="40679056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6"/>
          </p:nvPr>
        </p:nvSpPr>
        <p:spPr/>
        <p:txBody>
          <a:bodyPr/>
          <a:lstStyle/>
          <a:p>
            <a:fld id="{D8C7B916-C5B8-B44E-8A57-C4F989E2FE98}" type="slidenum">
              <a:rPr lang="en-US" smtClean="0"/>
              <a:t>4</a:t>
            </a:fld>
            <a:endParaRPr lang="en-US"/>
          </a:p>
        </p:txBody>
      </p:sp>
      <p:sp>
        <p:nvSpPr>
          <p:cNvPr id="11" name="Title 10"/>
          <p:cNvSpPr>
            <a:spLocks noGrp="1"/>
          </p:cNvSpPr>
          <p:nvPr>
            <p:ph type="title"/>
          </p:nvPr>
        </p:nvSpPr>
        <p:spPr>
          <a:xfrm>
            <a:off x="227013" y="208761"/>
            <a:ext cx="8688387" cy="322404"/>
          </a:xfrm>
        </p:spPr>
        <p:txBody>
          <a:bodyPr/>
          <a:lstStyle/>
          <a:p>
            <a:r>
              <a:rPr lang="en-US" sz="1800"/>
              <a:t>2. Relevant Criteria Articles</a:t>
            </a:r>
            <a:endParaRPr lang="en-US" sz="1800">
              <a:solidFill>
                <a:srgbClr val="FF0000"/>
              </a:solidFill>
            </a:endParaRPr>
          </a:p>
        </p:txBody>
      </p:sp>
      <p:graphicFrame>
        <p:nvGraphicFramePr>
          <p:cNvPr id="9" name="Table 8"/>
          <p:cNvGraphicFramePr>
            <a:graphicFrameLocks noGrp="1"/>
          </p:cNvGraphicFramePr>
          <p:nvPr>
            <p:extLst>
              <p:ext uri="{D42A27DB-BD31-4B8C-83A1-F6EECF244321}">
                <p14:modId xmlns:p14="http://schemas.microsoft.com/office/powerpoint/2010/main" val="1374759727"/>
              </p:ext>
            </p:extLst>
          </p:nvPr>
        </p:nvGraphicFramePr>
        <p:xfrm>
          <a:off x="274469" y="821364"/>
          <a:ext cx="8443519" cy="1598177"/>
        </p:xfrm>
        <a:graphic>
          <a:graphicData uri="http://schemas.openxmlformats.org/drawingml/2006/table">
            <a:tbl>
              <a:tblPr firstRow="1" bandRow="1">
                <a:tableStyleId>{5202B0CA-FC54-4496-8BCA-5EF66A818D29}</a:tableStyleId>
              </a:tblPr>
              <a:tblGrid>
                <a:gridCol w="406866">
                  <a:extLst>
                    <a:ext uri="{9D8B030D-6E8A-4147-A177-3AD203B41FA5}">
                      <a16:colId xmlns:a16="http://schemas.microsoft.com/office/drawing/2014/main" val="2451361336"/>
                    </a:ext>
                  </a:extLst>
                </a:gridCol>
                <a:gridCol w="1786855">
                  <a:extLst>
                    <a:ext uri="{9D8B030D-6E8A-4147-A177-3AD203B41FA5}">
                      <a16:colId xmlns:a16="http://schemas.microsoft.com/office/drawing/2014/main" val="3092450321"/>
                    </a:ext>
                  </a:extLst>
                </a:gridCol>
                <a:gridCol w="2080470">
                  <a:extLst>
                    <a:ext uri="{9D8B030D-6E8A-4147-A177-3AD203B41FA5}">
                      <a16:colId xmlns:a16="http://schemas.microsoft.com/office/drawing/2014/main" val="3049491359"/>
                    </a:ext>
                  </a:extLst>
                </a:gridCol>
                <a:gridCol w="4169328">
                  <a:extLst>
                    <a:ext uri="{9D8B030D-6E8A-4147-A177-3AD203B41FA5}">
                      <a16:colId xmlns:a16="http://schemas.microsoft.com/office/drawing/2014/main" val="2626601066"/>
                    </a:ext>
                  </a:extLst>
                </a:gridCol>
              </a:tblGrid>
              <a:tr h="312111">
                <a:tc>
                  <a:txBody>
                    <a:bodyPr/>
                    <a:lstStyle/>
                    <a:p>
                      <a:pPr marL="0" indent="-457200" algn="ctr" defTabSz="457200" rtl="0" eaLnBrk="1" latinLnBrk="0" hangingPunct="1">
                        <a:lnSpc>
                          <a:spcPct val="115000"/>
                        </a:lnSpc>
                        <a:spcAft>
                          <a:spcPct val="0"/>
                        </a:spcAft>
                      </a:pPr>
                      <a:r>
                        <a:rPr lang="en-US" sz="1200" kern="1200">
                          <a:effectLst/>
                        </a:rPr>
                        <a:t> </a:t>
                      </a:r>
                      <a:endParaRPr lang="en-US" sz="1200" b="1" kern="1200">
                        <a:solidFill>
                          <a:schemeClr val="lt1"/>
                        </a:solidFill>
                        <a:effectLst/>
                        <a:latin typeface="+mn-lt"/>
                        <a:ea typeface="+mn-ea"/>
                        <a:cs typeface="+mn-cs"/>
                      </a:endParaRPr>
                    </a:p>
                  </a:txBody>
                  <a:tcPr marL="68580" marR="68580" marT="0" marB="0" anchor="ctr">
                    <a:solidFill>
                      <a:schemeClr val="accent1"/>
                    </a:solidFill>
                  </a:tcPr>
                </a:tc>
                <a:tc>
                  <a:txBody>
                    <a:bodyPr/>
                    <a:lstStyle/>
                    <a:p>
                      <a:pPr algn="ctr">
                        <a:lnSpc>
                          <a:spcPct val="115000"/>
                        </a:lnSpc>
                        <a:spcAft>
                          <a:spcPct val="0"/>
                        </a:spcAft>
                      </a:pPr>
                      <a:r>
                        <a:rPr lang="en-US" sz="1400">
                          <a:effectLst/>
                        </a:rPr>
                        <a:t>Criteria ID (CUID)</a:t>
                      </a:r>
                      <a:endParaRPr lang="en-US" sz="1100">
                        <a:effectLst/>
                        <a:latin typeface="Calibri"/>
                        <a:ea typeface="Calibri"/>
                        <a:cs typeface="Times New Roman" charset="0"/>
                      </a:endParaRPr>
                    </a:p>
                  </a:txBody>
                  <a:tcPr marL="68580" marR="68580" marT="0" marB="0" anchor="b">
                    <a:solidFill>
                      <a:schemeClr val="accent1"/>
                    </a:solidFill>
                  </a:tcPr>
                </a:tc>
                <a:tc>
                  <a:txBody>
                    <a:bodyPr/>
                    <a:lstStyle/>
                    <a:p>
                      <a:pPr algn="ctr">
                        <a:lnSpc>
                          <a:spcPct val="115000"/>
                        </a:lnSpc>
                        <a:spcAft>
                          <a:spcPct val="0"/>
                        </a:spcAft>
                      </a:pPr>
                      <a:r>
                        <a:rPr lang="en-US" sz="1400">
                          <a:effectLst/>
                        </a:rPr>
                        <a:t>Date Criteria Published</a:t>
                      </a:r>
                      <a:endParaRPr lang="en-US" sz="1100">
                        <a:effectLst/>
                        <a:latin typeface="Calibri"/>
                        <a:ea typeface="Calibri"/>
                        <a:cs typeface="Times New Roman" charset="0"/>
                      </a:endParaRPr>
                    </a:p>
                  </a:txBody>
                  <a:tcPr marL="68580" marR="68580" marT="0" marB="0" anchor="b">
                    <a:solidFill>
                      <a:schemeClr val="accent1"/>
                    </a:solidFill>
                  </a:tcPr>
                </a:tc>
                <a:tc>
                  <a:txBody>
                    <a:bodyPr/>
                    <a:lstStyle/>
                    <a:p>
                      <a:pPr algn="l">
                        <a:lnSpc>
                          <a:spcPct val="115000"/>
                        </a:lnSpc>
                        <a:spcAft>
                          <a:spcPct val="0"/>
                        </a:spcAft>
                      </a:pPr>
                      <a:r>
                        <a:rPr lang="en-US" sz="1400">
                          <a:effectLst/>
                        </a:rPr>
                        <a:t>Criteria Title</a:t>
                      </a:r>
                      <a:endParaRPr lang="en-US" sz="1100">
                        <a:effectLst/>
                        <a:latin typeface="Calibri"/>
                        <a:ea typeface="Calibri"/>
                        <a:cs typeface="Times New Roman" charset="0"/>
                      </a:endParaRPr>
                    </a:p>
                  </a:txBody>
                  <a:tcPr marL="68580" marR="68580" marT="0" marB="0" anchor="b">
                    <a:solidFill>
                      <a:schemeClr val="accent1"/>
                    </a:solidFill>
                  </a:tcPr>
                </a:tc>
                <a:extLst>
                  <a:ext uri="{0D108BD9-81ED-4DB2-BD59-A6C34878D82A}">
                    <a16:rowId xmlns:a16="http://schemas.microsoft.com/office/drawing/2014/main" val="1675296618"/>
                  </a:ext>
                </a:extLst>
              </a:tr>
              <a:tr h="426219">
                <a:tc>
                  <a:txBody>
                    <a:bodyPr/>
                    <a:lstStyle/>
                    <a:p>
                      <a:pPr marL="0" algn="ctr" defTabSz="457200" rtl="0" eaLnBrk="1" latinLnBrk="0" hangingPunct="1">
                        <a:spcAft>
                          <a:spcPct val="0"/>
                        </a:spcAft>
                      </a:pPr>
                      <a:r>
                        <a:rPr lang="en-US" sz="1200" b="1" kern="1200">
                          <a:solidFill>
                            <a:schemeClr val="bg1"/>
                          </a:solidFill>
                          <a:effectLst/>
                          <a:latin typeface="+mn-lt"/>
                          <a:ea typeface="+mn-ea"/>
                          <a:cs typeface="+mn-cs"/>
                        </a:rPr>
                        <a:t>1</a:t>
                      </a:r>
                    </a:p>
                  </a:txBody>
                  <a:tcPr marL="68580" marR="68580" marT="0" marB="0" anchor="ctr">
                    <a:solidFill>
                      <a:schemeClr val="accent1"/>
                    </a:solidFill>
                  </a:tcPr>
                </a:tc>
                <a:tc>
                  <a:txBody>
                    <a:bodyPr/>
                    <a:lstStyle/>
                    <a:p>
                      <a:pPr marL="0" algn="ctr" defTabSz="457200" rtl="0" eaLnBrk="1" fontAlgn="ctr" latinLnBrk="0" hangingPunct="1">
                        <a:spcAft>
                          <a:spcPct val="0"/>
                        </a:spcAft>
                        <a:buNone/>
                      </a:pPr>
                      <a:r>
                        <a:rPr lang="en-HK" sz="1200" kern="1200">
                          <a:solidFill>
                            <a:srgbClr val="000000"/>
                          </a:solidFill>
                          <a:effectLst/>
                          <a:latin typeface="Arial"/>
                          <a:ea typeface="Calibri"/>
                          <a:cs typeface="+mn-cs"/>
                        </a:rPr>
                        <a:t>C-EN-11017264-10</a:t>
                      </a:r>
                    </a:p>
                  </a:txBody>
                  <a:tcPr marL="47625" marR="19050" marT="0" marB="0" anchor="ctr"/>
                </a:tc>
                <a:tc>
                  <a:txBody>
                    <a:bodyPr/>
                    <a:lstStyle/>
                    <a:p>
                      <a:pPr marL="0" algn="ctr" defTabSz="457200" rtl="0" eaLnBrk="1" fontAlgn="ctr" latinLnBrk="0" hangingPunct="1">
                        <a:spcAft>
                          <a:spcPct val="0"/>
                        </a:spcAft>
                        <a:buNone/>
                      </a:pPr>
                      <a:r>
                        <a:rPr lang="en-HK" sz="1200" kern="1200">
                          <a:solidFill>
                            <a:srgbClr val="000000"/>
                          </a:solidFill>
                          <a:effectLst/>
                          <a:latin typeface="Arial"/>
                          <a:ea typeface="Calibri"/>
                          <a:cs typeface="+mn-cs"/>
                        </a:rPr>
                        <a:t>Jul 01, 2019</a:t>
                      </a:r>
                    </a:p>
                  </a:txBody>
                  <a:tcPr marL="47625" marR="19050" marT="0" marB="0" anchor="ctr"/>
                </a:tc>
                <a:tc>
                  <a:txBody>
                    <a:bodyPr/>
                    <a:lstStyle/>
                    <a:p>
                      <a:pPr marL="0" algn="l" defTabSz="457200" rtl="0" eaLnBrk="1" fontAlgn="ctr" latinLnBrk="0" hangingPunct="1">
                        <a:spcAft>
                          <a:spcPct val="0"/>
                        </a:spcAft>
                        <a:buNone/>
                      </a:pPr>
                      <a:r>
                        <a:rPr lang="en-US" sz="1200" kern="1200">
                          <a:solidFill>
                            <a:srgbClr val="000000"/>
                          </a:solidFill>
                          <a:effectLst/>
                          <a:latin typeface="Arial"/>
                          <a:ea typeface="Calibri"/>
                          <a:cs typeface="+mn-cs"/>
                        </a:rPr>
                        <a:t>Insurers Rating Methodology</a:t>
                      </a:r>
                    </a:p>
                  </a:txBody>
                  <a:tcPr marL="47625" marR="19050" marT="0" marB="0" anchor="ctr"/>
                </a:tc>
                <a:extLst>
                  <a:ext uri="{0D108BD9-81ED-4DB2-BD59-A6C34878D82A}">
                    <a16:rowId xmlns:a16="http://schemas.microsoft.com/office/drawing/2014/main" val="4023690977"/>
                  </a:ext>
                </a:extLst>
              </a:tr>
              <a:tr h="376149">
                <a:tc>
                  <a:txBody>
                    <a:bodyPr/>
                    <a:lstStyle/>
                    <a:p>
                      <a:pPr marL="0" algn="ctr" defTabSz="457200" rtl="0" eaLnBrk="1" latinLnBrk="0" hangingPunct="1">
                        <a:spcAft>
                          <a:spcPct val="0"/>
                        </a:spcAft>
                      </a:pPr>
                      <a:r>
                        <a:rPr lang="en-US" sz="1200" b="1" kern="1200">
                          <a:solidFill>
                            <a:schemeClr val="bg1"/>
                          </a:solidFill>
                          <a:effectLst/>
                          <a:latin typeface="+mn-lt"/>
                          <a:ea typeface="+mn-ea"/>
                          <a:cs typeface="+mn-cs"/>
                        </a:rPr>
                        <a:t>2</a:t>
                      </a:r>
                    </a:p>
                  </a:txBody>
                  <a:tcPr marL="68580" marR="68580" marT="0" marB="0" anchor="ctr">
                    <a:solidFill>
                      <a:schemeClr val="accent1"/>
                    </a:solidFill>
                  </a:tcPr>
                </a:tc>
                <a:tc>
                  <a:txBody>
                    <a:bodyPr/>
                    <a:lstStyle/>
                    <a:p>
                      <a:pPr marL="0" algn="ctr" defTabSz="457200" rtl="0" eaLnBrk="1" fontAlgn="ctr" latinLnBrk="0" hangingPunct="1">
                        <a:spcAft>
                          <a:spcPct val="0"/>
                        </a:spcAft>
                        <a:buNone/>
                      </a:pPr>
                      <a:r>
                        <a:rPr lang="en-HK" sz="1200" kern="1200">
                          <a:solidFill>
                            <a:srgbClr val="000000"/>
                          </a:solidFill>
                          <a:effectLst/>
                          <a:latin typeface="Arial"/>
                          <a:ea typeface="Calibri"/>
                          <a:cs typeface="+mn-cs"/>
                        </a:rPr>
                        <a:t>C-EN-10999747-8</a:t>
                      </a:r>
                    </a:p>
                  </a:txBody>
                  <a:tcPr marL="47625" marR="19050" marT="0" marB="0" anchor="ctr"/>
                </a:tc>
                <a:tc>
                  <a:txBody>
                    <a:bodyPr/>
                    <a:lstStyle/>
                    <a:p>
                      <a:pPr marL="0" algn="ctr" defTabSz="457200" rtl="0" eaLnBrk="1" fontAlgn="ctr" latinLnBrk="0" hangingPunct="1">
                        <a:spcAft>
                          <a:spcPct val="0"/>
                        </a:spcAft>
                        <a:buNone/>
                      </a:pPr>
                      <a:r>
                        <a:rPr lang="en-HK" sz="1200" kern="1200">
                          <a:solidFill>
                            <a:srgbClr val="000000"/>
                          </a:solidFill>
                          <a:effectLst/>
                          <a:latin typeface="Arial"/>
                          <a:ea typeface="Calibri"/>
                          <a:cs typeface="+mn-cs"/>
                        </a:rPr>
                        <a:t>Jul 01, 2019</a:t>
                      </a:r>
                    </a:p>
                  </a:txBody>
                  <a:tcPr marL="47625" marR="19050" marT="0" marB="0" anchor="ctr"/>
                </a:tc>
                <a:tc>
                  <a:txBody>
                    <a:bodyPr/>
                    <a:lstStyle/>
                    <a:p>
                      <a:pPr marL="0" algn="l" defTabSz="457200" rtl="0" eaLnBrk="1" fontAlgn="ctr" latinLnBrk="0" hangingPunct="1">
                        <a:spcAft>
                          <a:spcPct val="0"/>
                        </a:spcAft>
                        <a:buNone/>
                      </a:pPr>
                      <a:r>
                        <a:rPr lang="en-US" sz="1200" kern="1200">
                          <a:solidFill>
                            <a:srgbClr val="000000"/>
                          </a:solidFill>
                          <a:effectLst/>
                          <a:latin typeface="Arial"/>
                          <a:ea typeface="Calibri"/>
                          <a:cs typeface="+mn-cs"/>
                        </a:rPr>
                        <a:t>Group Rating Methodology</a:t>
                      </a:r>
                    </a:p>
                  </a:txBody>
                  <a:tcPr marL="47625" marR="19050" marT="0" marB="0" anchor="ctr"/>
                </a:tc>
                <a:extLst>
                  <a:ext uri="{0D108BD9-81ED-4DB2-BD59-A6C34878D82A}">
                    <a16:rowId xmlns:a16="http://schemas.microsoft.com/office/drawing/2014/main" val="3151102751"/>
                  </a:ext>
                </a:extLst>
              </a:tr>
              <a:tr h="483698">
                <a:tc>
                  <a:txBody>
                    <a:bodyPr/>
                    <a:lstStyle/>
                    <a:p>
                      <a:pPr marL="0" algn="ctr" defTabSz="457200" rtl="0" eaLnBrk="1" latinLnBrk="0" hangingPunct="1">
                        <a:spcAft>
                          <a:spcPct val="0"/>
                        </a:spcAft>
                      </a:pPr>
                      <a:r>
                        <a:rPr lang="en-US" sz="1200" b="1" kern="1200">
                          <a:solidFill>
                            <a:schemeClr val="bg1"/>
                          </a:solidFill>
                          <a:effectLst/>
                          <a:latin typeface="+mn-lt"/>
                          <a:ea typeface="+mn-ea"/>
                          <a:cs typeface="+mn-cs"/>
                        </a:rPr>
                        <a:t>3</a:t>
                      </a:r>
                    </a:p>
                  </a:txBody>
                  <a:tcPr marL="68580" marR="68580" marT="0" marB="0" anchor="ctr">
                    <a:solidFill>
                      <a:schemeClr val="accent1"/>
                    </a:solidFill>
                  </a:tcPr>
                </a:tc>
                <a:tc>
                  <a:txBody>
                    <a:bodyPr/>
                    <a:lstStyle/>
                    <a:p>
                      <a:pPr marL="0" algn="ctr" defTabSz="457200" rtl="0" eaLnBrk="1" fontAlgn="ctr" latinLnBrk="0" hangingPunct="1">
                        <a:spcAft>
                          <a:spcPct val="0"/>
                        </a:spcAft>
                        <a:buNone/>
                      </a:pPr>
                      <a:r>
                        <a:rPr lang="en-HK" sz="1200" kern="1200">
                          <a:solidFill>
                            <a:srgbClr val="000000"/>
                          </a:solidFill>
                          <a:effectLst/>
                          <a:latin typeface="Arial"/>
                          <a:ea typeface="Calibri"/>
                          <a:cs typeface="+mn-cs"/>
                        </a:rPr>
                        <a:t>C-EN-9032821-21</a:t>
                      </a:r>
                    </a:p>
                  </a:txBody>
                  <a:tcPr marL="47625" marR="19050" marT="0" marB="0" anchor="ctr"/>
                </a:tc>
                <a:tc>
                  <a:txBody>
                    <a:bodyPr/>
                    <a:lstStyle/>
                    <a:p>
                      <a:pPr marL="0" algn="ctr" defTabSz="457200" rtl="0" eaLnBrk="1" fontAlgn="ctr" latinLnBrk="0" hangingPunct="1">
                        <a:spcAft>
                          <a:spcPct val="0"/>
                        </a:spcAft>
                        <a:buNone/>
                      </a:pPr>
                      <a:r>
                        <a:rPr lang="en-HK" sz="1200" kern="1200">
                          <a:solidFill>
                            <a:srgbClr val="000000"/>
                          </a:solidFill>
                          <a:effectLst/>
                          <a:latin typeface="Arial"/>
                          <a:ea typeface="Calibri"/>
                          <a:cs typeface="+mn-cs"/>
                        </a:rPr>
                        <a:t>Mar 25, 2015</a:t>
                      </a:r>
                    </a:p>
                  </a:txBody>
                  <a:tcPr marL="47625" marR="19050" marT="0" marB="0" anchor="ctr"/>
                </a:tc>
                <a:tc>
                  <a:txBody>
                    <a:bodyPr/>
                    <a:lstStyle/>
                    <a:p>
                      <a:pPr marL="0" algn="l" defTabSz="457200" rtl="0" eaLnBrk="1" fontAlgn="ctr" latinLnBrk="0" hangingPunct="1">
                        <a:spcAft>
                          <a:spcPct val="0"/>
                        </a:spcAft>
                        <a:buNone/>
                      </a:pPr>
                      <a:r>
                        <a:rPr lang="en-US" sz="1200" kern="1200">
                          <a:solidFill>
                            <a:srgbClr val="000000"/>
                          </a:solidFill>
                          <a:effectLst/>
                          <a:latin typeface="Arial"/>
                          <a:ea typeface="Calibri"/>
                          <a:cs typeface="+mn-cs"/>
                        </a:rPr>
                        <a:t>Rating Government-Related Entities: Methodology And Assumptions</a:t>
                      </a:r>
                    </a:p>
                  </a:txBody>
                  <a:tcPr marL="47625" marR="19050" marT="0" marB="0" anchor="ctr"/>
                </a:tc>
                <a:extLst>
                  <a:ext uri="{0D108BD9-81ED-4DB2-BD59-A6C34878D82A}">
                    <a16:rowId xmlns:a16="http://schemas.microsoft.com/office/drawing/2014/main" val="923210152"/>
                  </a:ext>
                </a:extLst>
              </a:tr>
            </a:tbl>
          </a:graphicData>
        </a:graphic>
      </p:graphicFrame>
    </p:spTree>
    <p:extLst>
      <p:ext uri="{BB962C8B-B14F-4D97-AF65-F5344CB8AC3E}">
        <p14:creationId xmlns:p14="http://schemas.microsoft.com/office/powerpoint/2010/main" val="7665148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sz="quarter" idx="13"/>
          </p:nvPr>
        </p:nvSpPr>
        <p:spPr>
          <a:xfrm>
            <a:off x="457201" y="869950"/>
            <a:ext cx="8229600" cy="5248275"/>
          </a:xfrm>
        </p:spPr>
        <p:txBody>
          <a:bodyPr vert="horz" lIns="0" tIns="0" rIns="0" bIns="0" rtlCol="0" anchor="t">
            <a:noAutofit/>
          </a:bodyPr>
          <a:lstStyle/>
          <a:p>
            <a:pPr marL="342900" indent="-342900">
              <a:buFont typeface="+mj-lt"/>
              <a:buAutoNum type="arabicPeriod"/>
            </a:pPr>
            <a:r>
              <a:rPr lang="en-US" sz="1400" dirty="0"/>
              <a:t>Lead Model Developer: </a:t>
            </a:r>
            <a:r>
              <a:rPr lang="en-US" sz="1400" b="0" dirty="0"/>
              <a:t>Jessica Zhu</a:t>
            </a:r>
          </a:p>
          <a:p>
            <a:pPr marL="342900" indent="-342900">
              <a:buFont typeface="+mj-lt"/>
              <a:buAutoNum type="arabicPeriod"/>
            </a:pPr>
            <a:endParaRPr lang="en-US" sz="1400" b="0" dirty="0"/>
          </a:p>
          <a:p>
            <a:pPr marL="342900" indent="-342900">
              <a:buFont typeface="+mj-lt"/>
              <a:buAutoNum type="arabicPeriod"/>
            </a:pPr>
            <a:r>
              <a:rPr lang="en-US" sz="1400" i="1" dirty="0"/>
              <a:t>Platform for model deployment:  </a:t>
            </a:r>
            <a:r>
              <a:rPr lang="en-US" sz="1400" b="0" i="1" dirty="0"/>
              <a:t>R</a:t>
            </a:r>
          </a:p>
          <a:p>
            <a:pPr marL="342900" indent="-342900">
              <a:buFont typeface="+mj-lt"/>
              <a:buAutoNum type="arabicPeriod"/>
            </a:pPr>
            <a:endParaRPr lang="en-US" sz="1400" dirty="0"/>
          </a:p>
          <a:p>
            <a:pPr marL="342900" indent="-342900">
              <a:buFont typeface="+mj-lt"/>
              <a:buAutoNum type="arabicPeriod"/>
            </a:pPr>
            <a:r>
              <a:rPr lang="en-US" sz="1400" dirty="0"/>
              <a:t>Start/Completion Dates of Model Development:</a:t>
            </a:r>
            <a:r>
              <a:rPr lang="en-US" sz="1400" b="0" dirty="0"/>
              <a:t> 	</a:t>
            </a:r>
          </a:p>
          <a:p>
            <a:pPr lvl="1" indent="0">
              <a:buNone/>
            </a:pPr>
            <a:r>
              <a:rPr lang="en-US" sz="1400" b="0" dirty="0"/>
              <a:t>	Start date: August 27, 2024</a:t>
            </a:r>
          </a:p>
          <a:p>
            <a:pPr lvl="1" indent="0">
              <a:buNone/>
            </a:pPr>
            <a:r>
              <a:rPr lang="en-US" sz="1400" b="0" dirty="0"/>
              <a:t>	Completion date: September 8, 2025</a:t>
            </a:r>
          </a:p>
          <a:p>
            <a:pPr marL="342900" indent="-342900">
              <a:buFont typeface="+mj-lt"/>
              <a:buAutoNum type="arabicPeriod"/>
            </a:pPr>
            <a:endParaRPr lang="en-US" sz="1400" dirty="0"/>
          </a:p>
          <a:p>
            <a:pPr marL="342900" indent="-342900">
              <a:buFont typeface="+mj-lt"/>
              <a:buAutoNum type="arabicPeriod"/>
            </a:pPr>
            <a:r>
              <a:rPr lang="en-US" sz="1400" dirty="0"/>
              <a:t>Type &amp; Source of Inputs:</a:t>
            </a:r>
            <a:endParaRPr lang="en-US" sz="1400" b="0" dirty="0"/>
          </a:p>
          <a:p>
            <a:pPr marL="575945" lvl="1" indent="-342900">
              <a:buFont typeface="+mj-lt"/>
              <a:buAutoNum type="alphaLcParenR"/>
            </a:pPr>
            <a:r>
              <a:rPr lang="en-US" sz="1400" dirty="0"/>
              <a:t>Type of Inputs</a:t>
            </a:r>
            <a:r>
              <a:rPr lang="en-US" sz="1400" b="0" dirty="0"/>
              <a:t>: IICRA scores and exposure, competitive position, risk exposure, funding structure, and capital and earnings (required capital, net income, TAC)</a:t>
            </a:r>
          </a:p>
          <a:p>
            <a:pPr marL="575945" lvl="1" indent="-342900">
              <a:buFont typeface="+mj-lt"/>
              <a:buAutoNum type="alphaLcParenR"/>
            </a:pPr>
            <a:r>
              <a:rPr lang="en-US" sz="1400" dirty="0"/>
              <a:t>Source of Inputs</a:t>
            </a:r>
            <a:r>
              <a:rPr lang="en-US" sz="1400" b="0" dirty="0"/>
              <a:t>: User input, IICRA model, the Insurance Capital Model and earnings forecast tools</a:t>
            </a:r>
          </a:p>
          <a:p>
            <a:pPr marL="575945" lvl="1" indent="-342900">
              <a:buFont typeface="+mj-lt"/>
              <a:buAutoNum type="alphaLcParenR"/>
            </a:pPr>
            <a:endParaRPr lang="en-US" sz="1400" dirty="0"/>
          </a:p>
          <a:p>
            <a:pPr marL="342900" indent="-342900">
              <a:buFont typeface="+mj-lt"/>
              <a:buAutoNum type="arabicPeriod"/>
            </a:pPr>
            <a:r>
              <a:rPr lang="en-US" sz="1400" dirty="0"/>
              <a:t>Model performance measures:</a:t>
            </a:r>
            <a:r>
              <a:rPr lang="en-US" sz="1400" b="0" dirty="0"/>
              <a:t> Unit testing, end user testing, integration testing, Criteria Validation Report (CVG) </a:t>
            </a:r>
            <a:br>
              <a:rPr lang="en-US" sz="1400" b="0" dirty="0"/>
            </a:br>
            <a:endParaRPr lang="en-US" sz="1400" b="0" dirty="0"/>
          </a:p>
          <a:p>
            <a:pPr marL="342900" indent="-342900">
              <a:buFont typeface="+mj-lt"/>
              <a:buAutoNum type="arabicPeriod"/>
            </a:pPr>
            <a:r>
              <a:rPr lang="en-US" sz="1400" dirty="0"/>
              <a:t>Date of model validation report (if any):</a:t>
            </a:r>
            <a:r>
              <a:rPr lang="en-US" sz="1400" b="0" dirty="0"/>
              <a:t> 27-OCT-2025</a:t>
            </a:r>
          </a:p>
          <a:p>
            <a:pPr marL="342900" indent="-342900">
              <a:buFont typeface="+mj-lt"/>
              <a:buAutoNum type="arabicPeriod"/>
            </a:pPr>
            <a:endParaRPr lang="en-US" sz="1400" b="0" dirty="0"/>
          </a:p>
          <a:p>
            <a:pPr marL="342900" indent="-342900">
              <a:buFont typeface="+mj-lt"/>
              <a:buAutoNum type="arabicPeriod"/>
            </a:pPr>
            <a:endParaRPr lang="en-US" sz="1400" dirty="0"/>
          </a:p>
          <a:p>
            <a:endParaRPr lang="en-GB" sz="1600" dirty="0"/>
          </a:p>
          <a:p>
            <a:pPr marL="342900" indent="-342900">
              <a:buFont typeface="Arial" pitchFamily="34" charset="0"/>
              <a:buChar char="•"/>
            </a:pPr>
            <a:endParaRPr lang="en-GB" dirty="0"/>
          </a:p>
        </p:txBody>
      </p:sp>
      <p:sp>
        <p:nvSpPr>
          <p:cNvPr id="3" name="Slide Number Placeholder 2"/>
          <p:cNvSpPr>
            <a:spLocks noGrp="1"/>
          </p:cNvSpPr>
          <p:nvPr>
            <p:ph type="sldNum" sz="quarter" idx="16"/>
          </p:nvPr>
        </p:nvSpPr>
        <p:spPr/>
        <p:txBody>
          <a:bodyPr/>
          <a:lstStyle/>
          <a:p>
            <a:fld id="{D8C7B916-C5B8-B44E-8A57-C4F989E2FE98}" type="slidenum">
              <a:rPr lang="en-US" smtClean="0"/>
              <a:t>5</a:t>
            </a:fld>
            <a:endParaRPr lang="en-US"/>
          </a:p>
        </p:txBody>
      </p:sp>
      <p:sp>
        <p:nvSpPr>
          <p:cNvPr id="11" name="Title 10"/>
          <p:cNvSpPr>
            <a:spLocks noGrp="1"/>
          </p:cNvSpPr>
          <p:nvPr>
            <p:ph type="title"/>
          </p:nvPr>
        </p:nvSpPr>
        <p:spPr>
          <a:xfrm>
            <a:off x="227013" y="280847"/>
            <a:ext cx="8688387" cy="328753"/>
          </a:xfrm>
        </p:spPr>
        <p:txBody>
          <a:bodyPr/>
          <a:lstStyle/>
          <a:p>
            <a:r>
              <a:rPr lang="en-US" sz="1800"/>
              <a:t>3. Development Information: </a:t>
            </a:r>
          </a:p>
        </p:txBody>
      </p:sp>
    </p:spTree>
    <p:extLst>
      <p:ext uri="{BB962C8B-B14F-4D97-AF65-F5344CB8AC3E}">
        <p14:creationId xmlns:p14="http://schemas.microsoft.com/office/powerpoint/2010/main" val="6621789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sz="quarter" idx="13"/>
          </p:nvPr>
        </p:nvSpPr>
        <p:spPr>
          <a:xfrm>
            <a:off x="227011" y="820738"/>
            <a:ext cx="8688387" cy="5124451"/>
          </a:xfrm>
        </p:spPr>
        <p:txBody>
          <a:bodyPr/>
          <a:lstStyle/>
          <a:p>
            <a:pPr marL="400050" indent="-400050">
              <a:buFont typeface="+mj-lt"/>
              <a:buAutoNum type="romanLcPeriod"/>
            </a:pPr>
            <a:endParaRPr lang="en-US" sz="1600" b="0"/>
          </a:p>
          <a:p>
            <a:endParaRPr lang="en-US" sz="1600"/>
          </a:p>
          <a:p>
            <a:endParaRPr lang="en-GB" sz="1600"/>
          </a:p>
          <a:p>
            <a:pPr marL="342900" indent="-342900">
              <a:buFont typeface="Arial" pitchFamily="34" charset="0"/>
              <a:buChar char="•"/>
            </a:pPr>
            <a:endParaRPr lang="en-GB"/>
          </a:p>
        </p:txBody>
      </p:sp>
      <p:sp>
        <p:nvSpPr>
          <p:cNvPr id="3" name="Slide Number Placeholder 2"/>
          <p:cNvSpPr>
            <a:spLocks noGrp="1"/>
          </p:cNvSpPr>
          <p:nvPr>
            <p:ph type="sldNum" sz="quarter" idx="16"/>
          </p:nvPr>
        </p:nvSpPr>
        <p:spPr/>
        <p:txBody>
          <a:bodyPr/>
          <a:lstStyle/>
          <a:p>
            <a:fld id="{D8C7B916-C5B8-B44E-8A57-C4F989E2FE98}" type="slidenum">
              <a:rPr lang="en-US" smtClean="0"/>
              <a:t>6</a:t>
            </a:fld>
            <a:endParaRPr lang="en-US"/>
          </a:p>
        </p:txBody>
      </p:sp>
      <p:sp>
        <p:nvSpPr>
          <p:cNvPr id="11" name="Title 10"/>
          <p:cNvSpPr>
            <a:spLocks noGrp="1"/>
          </p:cNvSpPr>
          <p:nvPr>
            <p:ph type="title"/>
          </p:nvPr>
        </p:nvSpPr>
        <p:spPr>
          <a:xfrm>
            <a:off x="227013" y="280846"/>
            <a:ext cx="8688387" cy="328754"/>
          </a:xfrm>
        </p:spPr>
        <p:txBody>
          <a:bodyPr/>
          <a:lstStyle/>
          <a:p>
            <a:r>
              <a:rPr lang="en-US" sz="1800"/>
              <a:t>4. Access &amp; Version Controls for Model Deployment:</a:t>
            </a:r>
          </a:p>
        </p:txBody>
      </p:sp>
      <p:sp>
        <p:nvSpPr>
          <p:cNvPr id="5" name="Content Placeholder 5"/>
          <p:cNvSpPr txBox="1"/>
          <p:nvPr/>
        </p:nvSpPr>
        <p:spPr>
          <a:xfrm>
            <a:off x="457200" y="869950"/>
            <a:ext cx="8458199" cy="5248275"/>
          </a:xfrm>
          <a:prstGeom prst="rect">
            <a:avLst/>
          </a:prstGeom>
          <a:ln cap="flat">
            <a:noFill/>
            <a:miter lim="800000"/>
          </a:ln>
        </p:spPr>
        <p:txBody>
          <a:bodyPr vert="horz" wrap="square" lIns="0" tIns="0" rIns="0" bIns="0" rtlCol="0">
            <a:noAutofit/>
          </a:bodyPr>
          <a:lstStyle>
            <a:lvl1pPr marL="0" indent="0" algn="l" defTabSz="457200" rtl="0" eaLnBrk="1" latinLnBrk="0" hangingPunct="1">
              <a:lnSpc>
                <a:spcPct val="95000"/>
              </a:lnSpc>
              <a:spcBef>
                <a:spcPts val="1200"/>
              </a:spcBef>
              <a:buFont typeface="Arial"/>
              <a:buNone/>
              <a:defRPr lang="en-US" sz="2000" b="1" kern="1200" smtClean="0">
                <a:solidFill>
                  <a:schemeClr val="tx1"/>
                </a:solidFill>
                <a:latin typeface="+mn-lt"/>
                <a:ea typeface="+mn-ea"/>
                <a:cs typeface="+mn-cs"/>
              </a:defRPr>
            </a:lvl1pPr>
            <a:lvl2pPr marL="233363" indent="-233363" algn="l" defTabSz="457200" rtl="0" eaLnBrk="1" latinLnBrk="0" hangingPunct="1">
              <a:lnSpc>
                <a:spcPct val="95000"/>
              </a:lnSpc>
              <a:spcBef>
                <a:spcPts val="1200"/>
              </a:spcBef>
              <a:buFont typeface="Arial" pitchFamily="34" charset="0"/>
              <a:buChar char="•"/>
              <a:defRPr lang="en-US" sz="2000" b="1" kern="1200" smtClean="0">
                <a:solidFill>
                  <a:schemeClr val="tx1"/>
                </a:solidFill>
                <a:latin typeface="+mn-lt"/>
                <a:ea typeface="+mn-ea"/>
                <a:cs typeface="+mn-cs"/>
              </a:defRPr>
            </a:lvl2pPr>
            <a:lvl3pPr marL="630238" indent="-173038" algn="l" defTabSz="457200" rtl="0" eaLnBrk="1" latinLnBrk="0" hangingPunct="1">
              <a:lnSpc>
                <a:spcPct val="95000"/>
              </a:lnSpc>
              <a:spcBef>
                <a:spcPts val="300"/>
              </a:spcBef>
              <a:buFont typeface="Arial"/>
              <a:buChar char="•"/>
              <a:defRPr lang="en-US" sz="1600" b="0" kern="1200" smtClean="0">
                <a:solidFill>
                  <a:schemeClr val="tx1"/>
                </a:solidFill>
                <a:latin typeface="Times New Roman" pitchFamily="18" charset="0"/>
                <a:ea typeface="+mn-ea"/>
                <a:cs typeface="Times New Roman" pitchFamily="18" charset="0"/>
              </a:defRPr>
            </a:lvl3pPr>
            <a:lvl4pPr marL="1025525" indent="-171450" algn="l" defTabSz="457200" rtl="0" eaLnBrk="1" latinLnBrk="0" hangingPunct="1">
              <a:lnSpc>
                <a:spcPct val="95000"/>
              </a:lnSpc>
              <a:spcBef>
                <a:spcPts val="300"/>
              </a:spcBef>
              <a:buFont typeface="Arial" pitchFamily="34" charset="0"/>
              <a:buChar char="•"/>
              <a:defRPr lang="en-US" sz="1400" b="0" kern="1200" smtClean="0">
                <a:solidFill>
                  <a:schemeClr val="tx1"/>
                </a:solidFill>
                <a:latin typeface="Times New Roman" pitchFamily="18" charset="0"/>
                <a:ea typeface="+mn-ea"/>
                <a:cs typeface="Times New Roman" pitchFamily="18" charset="0"/>
              </a:defRPr>
            </a:lvl4pPr>
            <a:lvl5pPr marL="1311275" indent="-163513" algn="l" defTabSz="457200" rtl="0" eaLnBrk="1" latinLnBrk="0" hangingPunct="1">
              <a:lnSpc>
                <a:spcPct val="95000"/>
              </a:lnSpc>
              <a:spcBef>
                <a:spcPts val="300"/>
              </a:spcBef>
              <a:buFont typeface="Arial" pitchFamily="34" charset="0"/>
              <a:buChar char="•"/>
              <a:defRPr lang="en-US" sz="1200" b="0" kern="1200">
                <a:solidFill>
                  <a:schemeClr val="tx1"/>
                </a:solidFill>
                <a:latin typeface="Times New Roman" pitchFamily="18" charset="0"/>
                <a:ea typeface="+mn-ea"/>
                <a:cs typeface="Times New Roman" pitchFamily="18"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74320" indent="-274320">
              <a:buFont typeface="+mj-lt"/>
              <a:buAutoNum type="arabicParenR"/>
            </a:pPr>
            <a:r>
              <a:rPr lang="en-US" sz="1400" b="0">
                <a:latin typeface="Arial" pitchFamily="34" charset="0"/>
                <a:cs typeface="Arial" pitchFamily="34" charset="0"/>
              </a:rPr>
              <a:t>The instructions to access the model will be stored in MDTS.   </a:t>
            </a:r>
          </a:p>
          <a:p>
            <a:pPr marL="274320" indent="-274320">
              <a:buFont typeface="+mj-lt"/>
              <a:buAutoNum type="arabicParenR"/>
            </a:pPr>
            <a:r>
              <a:rPr lang="en-US" sz="1400" b="0">
                <a:latin typeface="Arial" pitchFamily="34" charset="0"/>
                <a:cs typeface="Arial" pitchFamily="34" charset="0"/>
              </a:rPr>
              <a:t>Only the development team can make changes to the model. </a:t>
            </a:r>
          </a:p>
          <a:p>
            <a:pPr marL="274320" indent="-274320">
              <a:buFont typeface="+mj-lt"/>
              <a:buAutoNum type="arabicParenR"/>
            </a:pPr>
            <a:r>
              <a:rPr lang="en-US" sz="1400" b="0">
                <a:latin typeface="Arial" pitchFamily="34" charset="0"/>
                <a:cs typeface="Arial" pitchFamily="34" charset="0"/>
              </a:rPr>
              <a:t>Only approved users can gain access to the model using intranet username and password.</a:t>
            </a:r>
          </a:p>
          <a:p>
            <a:pPr marL="274320" indent="-274320">
              <a:buFont typeface="+mj-lt"/>
              <a:buAutoNum type="arabicParenR"/>
            </a:pPr>
            <a:endParaRPr lang="en-US" sz="1400" b="0">
              <a:latin typeface="Arial" pitchFamily="34" charset="0"/>
              <a:cs typeface="Arial" pitchFamily="34" charset="0"/>
            </a:endParaRPr>
          </a:p>
          <a:p>
            <a:endParaRPr lang="en-US" sz="1600"/>
          </a:p>
          <a:p>
            <a:endParaRPr lang="en-US" sz="1600"/>
          </a:p>
          <a:p>
            <a:pPr marL="342900" indent="-342900">
              <a:buFont typeface="Arial" pitchFamily="34" charset="0"/>
              <a:buChar char="•"/>
            </a:pPr>
            <a:endParaRPr lang="en-US"/>
          </a:p>
        </p:txBody>
      </p:sp>
    </p:spTree>
    <p:extLst>
      <p:ext uri="{BB962C8B-B14F-4D97-AF65-F5344CB8AC3E}">
        <p14:creationId xmlns:p14="http://schemas.microsoft.com/office/powerpoint/2010/main" val="14307223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6"/>
          </p:nvPr>
        </p:nvSpPr>
        <p:spPr/>
        <p:txBody>
          <a:bodyPr/>
          <a:lstStyle/>
          <a:p>
            <a:fld id="{D8C7B916-C5B8-B44E-8A57-C4F989E2FE98}" type="slidenum">
              <a:rPr lang="en-US" smtClean="0"/>
              <a:t>7</a:t>
            </a:fld>
            <a:endParaRPr lang="en-US"/>
          </a:p>
        </p:txBody>
      </p:sp>
      <p:sp>
        <p:nvSpPr>
          <p:cNvPr id="11" name="Title 10"/>
          <p:cNvSpPr>
            <a:spLocks noGrp="1"/>
          </p:cNvSpPr>
          <p:nvPr>
            <p:ph type="title"/>
          </p:nvPr>
        </p:nvSpPr>
        <p:spPr>
          <a:xfrm>
            <a:off x="227013" y="250763"/>
            <a:ext cx="8688387" cy="328754"/>
          </a:xfrm>
        </p:spPr>
        <p:txBody>
          <a:bodyPr/>
          <a:lstStyle/>
          <a:p>
            <a:r>
              <a:rPr lang="en-US" sz="1800"/>
              <a:t>5. Key Model Assumptions:</a:t>
            </a:r>
          </a:p>
        </p:txBody>
      </p:sp>
      <p:graphicFrame>
        <p:nvGraphicFramePr>
          <p:cNvPr id="2" name="Table 1"/>
          <p:cNvGraphicFramePr>
            <a:graphicFrameLocks noGrp="1"/>
          </p:cNvGraphicFramePr>
          <p:nvPr>
            <p:extLst>
              <p:ext uri="{D42A27DB-BD31-4B8C-83A1-F6EECF244321}">
                <p14:modId xmlns:p14="http://schemas.microsoft.com/office/powerpoint/2010/main" val="7228826"/>
              </p:ext>
            </p:extLst>
          </p:nvPr>
        </p:nvGraphicFramePr>
        <p:xfrm>
          <a:off x="304797" y="579517"/>
          <a:ext cx="8510276" cy="2466833"/>
        </p:xfrm>
        <a:graphic>
          <a:graphicData uri="http://schemas.openxmlformats.org/drawingml/2006/table">
            <a:tbl>
              <a:tblPr firstRow="1" bandRow="1">
                <a:tableStyleId>{5940675A-B579-460E-94D1-54222C63F5DA}</a:tableStyleId>
              </a:tblPr>
              <a:tblGrid>
                <a:gridCol w="4000503">
                  <a:extLst>
                    <a:ext uri="{9D8B030D-6E8A-4147-A177-3AD203B41FA5}">
                      <a16:colId xmlns:a16="http://schemas.microsoft.com/office/drawing/2014/main" val="647562201"/>
                    </a:ext>
                  </a:extLst>
                </a:gridCol>
                <a:gridCol w="885825">
                  <a:extLst>
                    <a:ext uri="{9D8B030D-6E8A-4147-A177-3AD203B41FA5}">
                      <a16:colId xmlns:a16="http://schemas.microsoft.com/office/drawing/2014/main" val="4080167663"/>
                    </a:ext>
                  </a:extLst>
                </a:gridCol>
                <a:gridCol w="590550">
                  <a:extLst>
                    <a:ext uri="{9D8B030D-6E8A-4147-A177-3AD203B41FA5}">
                      <a16:colId xmlns:a16="http://schemas.microsoft.com/office/drawing/2014/main" val="1290382712"/>
                    </a:ext>
                  </a:extLst>
                </a:gridCol>
                <a:gridCol w="819150">
                  <a:extLst>
                    <a:ext uri="{9D8B030D-6E8A-4147-A177-3AD203B41FA5}">
                      <a16:colId xmlns:a16="http://schemas.microsoft.com/office/drawing/2014/main" val="1113580134"/>
                    </a:ext>
                  </a:extLst>
                </a:gridCol>
                <a:gridCol w="733425">
                  <a:extLst>
                    <a:ext uri="{9D8B030D-6E8A-4147-A177-3AD203B41FA5}">
                      <a16:colId xmlns:a16="http://schemas.microsoft.com/office/drawing/2014/main" val="277894539"/>
                    </a:ext>
                  </a:extLst>
                </a:gridCol>
                <a:gridCol w="885825">
                  <a:extLst>
                    <a:ext uri="{9D8B030D-6E8A-4147-A177-3AD203B41FA5}">
                      <a16:colId xmlns:a16="http://schemas.microsoft.com/office/drawing/2014/main" val="3103927113"/>
                    </a:ext>
                  </a:extLst>
                </a:gridCol>
                <a:gridCol w="594998">
                  <a:extLst>
                    <a:ext uri="{9D8B030D-6E8A-4147-A177-3AD203B41FA5}">
                      <a16:colId xmlns:a16="http://schemas.microsoft.com/office/drawing/2014/main" val="2927202193"/>
                    </a:ext>
                  </a:extLst>
                </a:gridCol>
              </a:tblGrid>
              <a:tr h="845291">
                <a:tc rowSpan="2">
                  <a:txBody>
                    <a:bodyPr/>
                    <a:lstStyle/>
                    <a:p>
                      <a:pPr algn="ctr"/>
                      <a:r>
                        <a:rPr lang="en-US" sz="1400"/>
                        <a:t>Description of Assumption</a:t>
                      </a:r>
                    </a:p>
                  </a:txBody>
                  <a:tcPr anchor="b">
                    <a:solidFill>
                      <a:schemeClr val="accent6">
                        <a:lumMod val="40000"/>
                        <a:lumOff val="60000"/>
                      </a:schemeClr>
                    </a:solidFill>
                  </a:tcPr>
                </a:tc>
                <a:tc gridSpan="2">
                  <a:txBody>
                    <a:bodyPr/>
                    <a:lstStyle/>
                    <a:p>
                      <a:pPr algn="ctr"/>
                      <a:r>
                        <a:rPr lang="en-US" sz="1400"/>
                        <a:t>Criteria</a:t>
                      </a:r>
                    </a:p>
                  </a:txBody>
                  <a:tcPr anchor="b">
                    <a:solidFill>
                      <a:schemeClr val="accent6">
                        <a:lumMod val="40000"/>
                        <a:lumOff val="60000"/>
                      </a:schemeClr>
                    </a:solidFill>
                  </a:tcPr>
                </a:tc>
                <a:tc hMerge="1">
                  <a:txBody>
                    <a:bodyPr/>
                    <a:lstStyle/>
                    <a:p>
                      <a:pPr algn="ctr"/>
                      <a:endParaRPr lang="en-US" sz="1400"/>
                    </a:p>
                  </a:txBody>
                  <a:tcPr/>
                </a:tc>
                <a:tc gridSpan="2">
                  <a:txBody>
                    <a:bodyPr/>
                    <a:lstStyle/>
                    <a:p>
                      <a:pPr algn="ctr"/>
                      <a:r>
                        <a:rPr lang="en-US" sz="1400"/>
                        <a:t>Ratings</a:t>
                      </a:r>
                      <a:r>
                        <a:rPr lang="en-US" sz="1400" baseline="0"/>
                        <a:t> </a:t>
                      </a:r>
                      <a:r>
                        <a:rPr lang="en-US" sz="1400"/>
                        <a:t>Committee</a:t>
                      </a:r>
                    </a:p>
                    <a:p>
                      <a:pPr algn="ctr"/>
                      <a:r>
                        <a:rPr lang="en-US" sz="1400"/>
                        <a:t>or</a:t>
                      </a:r>
                      <a:r>
                        <a:rPr lang="en-US" sz="1400" baseline="0"/>
                        <a:t> </a:t>
                      </a:r>
                      <a:r>
                        <a:rPr lang="en-US" sz="1400"/>
                        <a:t>Analyst</a:t>
                      </a:r>
                    </a:p>
                  </a:txBody>
                  <a:tcPr anchor="b">
                    <a:solidFill>
                      <a:schemeClr val="accent6">
                        <a:lumMod val="40000"/>
                        <a:lumOff val="60000"/>
                      </a:schemeClr>
                    </a:solidFill>
                  </a:tcPr>
                </a:tc>
                <a:tc hMerge="1">
                  <a:txBody>
                    <a:bodyPr/>
                    <a:lstStyle/>
                    <a:p>
                      <a:pPr algn="ctr"/>
                      <a:endParaRPr lang="en-US" sz="1400"/>
                    </a:p>
                  </a:txBody>
                  <a:tcPr/>
                </a:tc>
                <a:tc gridSpan="2">
                  <a:txBody>
                    <a:bodyPr/>
                    <a:lstStyle/>
                    <a:p>
                      <a:pPr algn="ctr"/>
                      <a:r>
                        <a:rPr lang="en-US" sz="1400"/>
                        <a:t>Model Development</a:t>
                      </a:r>
                    </a:p>
                  </a:txBody>
                  <a:tcPr anchor="b">
                    <a:solidFill>
                      <a:schemeClr val="accent6">
                        <a:lumMod val="40000"/>
                        <a:lumOff val="60000"/>
                      </a:schemeClr>
                    </a:solidFill>
                  </a:tcPr>
                </a:tc>
                <a:tc hMerge="1">
                  <a:txBody>
                    <a:bodyPr/>
                    <a:lstStyle/>
                    <a:p>
                      <a:pPr algn="ctr"/>
                      <a:endParaRPr lang="en-US" sz="1400"/>
                    </a:p>
                  </a:txBody>
                  <a:tcPr/>
                </a:tc>
                <a:extLst>
                  <a:ext uri="{0D108BD9-81ED-4DB2-BD59-A6C34878D82A}">
                    <a16:rowId xmlns:a16="http://schemas.microsoft.com/office/drawing/2014/main" val="29784611"/>
                  </a:ext>
                </a:extLst>
              </a:tr>
              <a:tr h="531750">
                <a:tc vMerge="1">
                  <a:txBody>
                    <a:bodyPr/>
                    <a:lstStyle/>
                    <a:p>
                      <a:endParaRPr lang="en-US" sz="1400"/>
                    </a:p>
                  </a:txBody>
                  <a:tcPr/>
                </a:tc>
                <a:tc>
                  <a:txBody>
                    <a:bodyPr/>
                    <a:lstStyle/>
                    <a:p>
                      <a:pPr algn="ctr"/>
                      <a:r>
                        <a:rPr lang="en-US" sz="1400"/>
                        <a:t>Concept</a:t>
                      </a:r>
                    </a:p>
                  </a:txBody>
                  <a:tcPr anchor="b">
                    <a:solidFill>
                      <a:schemeClr val="accent6">
                        <a:lumMod val="40000"/>
                        <a:lumOff val="60000"/>
                      </a:schemeClr>
                    </a:solidFill>
                  </a:tcPr>
                </a:tc>
                <a:tc>
                  <a:txBody>
                    <a:bodyPr/>
                    <a:lstStyle/>
                    <a:p>
                      <a:pPr algn="ctr"/>
                      <a:r>
                        <a:rPr lang="en-US" sz="1400"/>
                        <a:t>Value</a:t>
                      </a:r>
                    </a:p>
                  </a:txBody>
                  <a:tcPr anchor="b">
                    <a:solidFill>
                      <a:schemeClr val="accent6">
                        <a:lumMod val="40000"/>
                        <a:lumOff val="60000"/>
                      </a:schemeClr>
                    </a:solidFill>
                  </a:tcPr>
                </a:tc>
                <a:tc>
                  <a:txBody>
                    <a:bodyPr/>
                    <a:lstStyle/>
                    <a:p>
                      <a:pPr algn="ctr"/>
                      <a:r>
                        <a:rPr lang="en-US" sz="1400"/>
                        <a:t>Concept</a:t>
                      </a:r>
                    </a:p>
                  </a:txBody>
                  <a:tcPr anchor="b">
                    <a:solidFill>
                      <a:schemeClr val="accent6">
                        <a:lumMod val="40000"/>
                        <a:lumOff val="60000"/>
                      </a:schemeClr>
                    </a:solidFill>
                  </a:tcPr>
                </a:tc>
                <a:tc>
                  <a:txBody>
                    <a:bodyPr/>
                    <a:lstStyle/>
                    <a:p>
                      <a:pPr algn="ctr"/>
                      <a:r>
                        <a:rPr lang="en-US" sz="1400"/>
                        <a:t>Value</a:t>
                      </a:r>
                    </a:p>
                  </a:txBody>
                  <a:tcPr anchor="b">
                    <a:solidFill>
                      <a:schemeClr val="accent6">
                        <a:lumMod val="40000"/>
                        <a:lumOff val="60000"/>
                      </a:schemeClr>
                    </a:solidFill>
                  </a:tcPr>
                </a:tc>
                <a:tc>
                  <a:txBody>
                    <a:bodyPr/>
                    <a:lstStyle/>
                    <a:p>
                      <a:pPr algn="ctr"/>
                      <a:r>
                        <a:rPr lang="en-US" sz="1400"/>
                        <a:t>Concept</a:t>
                      </a:r>
                    </a:p>
                  </a:txBody>
                  <a:tcPr anchor="b">
                    <a:solidFill>
                      <a:schemeClr val="accent6">
                        <a:lumMod val="40000"/>
                        <a:lumOff val="60000"/>
                      </a:schemeClr>
                    </a:solidFill>
                  </a:tcPr>
                </a:tc>
                <a:tc>
                  <a:txBody>
                    <a:bodyPr/>
                    <a:lstStyle/>
                    <a:p>
                      <a:pPr algn="ctr"/>
                      <a:r>
                        <a:rPr lang="en-US" sz="1400"/>
                        <a:t>Value</a:t>
                      </a:r>
                    </a:p>
                  </a:txBody>
                  <a:tcPr anchor="b">
                    <a:solidFill>
                      <a:schemeClr val="accent6">
                        <a:lumMod val="40000"/>
                        <a:lumOff val="60000"/>
                      </a:schemeClr>
                    </a:solidFill>
                  </a:tcPr>
                </a:tc>
                <a:extLst>
                  <a:ext uri="{0D108BD9-81ED-4DB2-BD59-A6C34878D82A}">
                    <a16:rowId xmlns:a16="http://schemas.microsoft.com/office/drawing/2014/main" val="3041844294"/>
                  </a:ext>
                </a:extLst>
              </a:tr>
              <a:tr h="558042">
                <a:tc>
                  <a:txBody>
                    <a:bodyPr/>
                    <a:lstStyle/>
                    <a:p>
                      <a:r>
                        <a:rPr lang="en-US" sz="1400"/>
                        <a:t>Combined IICRA score is the weighted average of IICRA scores in sectors with exposure.</a:t>
                      </a:r>
                    </a:p>
                  </a:txBody>
                  <a:tcPr anchor="ctr"/>
                </a:tc>
                <a:tc>
                  <a:txBody>
                    <a:bodyPr/>
                    <a:lstStyle/>
                    <a:p>
                      <a:pPr algn="ctr"/>
                      <a:endParaRPr lang="en-US" sz="1400"/>
                    </a:p>
                  </a:txBody>
                  <a:tcPr anchor="ctr"/>
                </a:tc>
                <a:tc>
                  <a:txBody>
                    <a:bodyPr/>
                    <a:lstStyle/>
                    <a:p>
                      <a:pPr algn="ctr"/>
                      <a:endParaRPr lang="en-US" sz="1400"/>
                    </a:p>
                  </a:txBody>
                  <a:tcPr anchor="ctr"/>
                </a:tc>
                <a:tc>
                  <a:txBody>
                    <a:bodyPr/>
                    <a:lstStyle/>
                    <a:p>
                      <a:pPr algn="ctr"/>
                      <a:endParaRPr lang="en-US" sz="1400"/>
                    </a:p>
                  </a:txBody>
                  <a:tcPr anchor="ctr"/>
                </a:tc>
                <a:tc>
                  <a:txBody>
                    <a:bodyPr/>
                    <a:lstStyle/>
                    <a:p>
                      <a:pPr algn="ctr"/>
                      <a:endParaRPr lang="en-US" sz="1400"/>
                    </a:p>
                  </a:txBody>
                  <a:tcPr anchor="ctr"/>
                </a:tc>
                <a:tc>
                  <a:txBody>
                    <a:bodyPr/>
                    <a:lstStyle/>
                    <a:p>
                      <a:pPr algn="ctr"/>
                      <a:r>
                        <a:rPr lang="en-US" sz="1400"/>
                        <a:t>X</a:t>
                      </a:r>
                    </a:p>
                  </a:txBody>
                  <a:tcPr anchor="ctr"/>
                </a:tc>
                <a:tc>
                  <a:txBody>
                    <a:bodyPr/>
                    <a:lstStyle/>
                    <a:p>
                      <a:pPr algn="ctr"/>
                      <a:endParaRPr lang="en-US" sz="1400"/>
                    </a:p>
                  </a:txBody>
                  <a:tcPr anchor="ctr"/>
                </a:tc>
                <a:extLst>
                  <a:ext uri="{0D108BD9-81ED-4DB2-BD59-A6C34878D82A}">
                    <a16:rowId xmlns:a16="http://schemas.microsoft.com/office/drawing/2014/main" val="3876683084"/>
                  </a:ext>
                </a:extLst>
              </a:tr>
              <a:tr h="53175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400"/>
                        <a:t>Model allows up to four notches above the relevant sovereign rating specified by user.</a:t>
                      </a:r>
                    </a:p>
                  </a:txBody>
                  <a:tcPr anchor="ctr"/>
                </a:tc>
                <a:tc>
                  <a:txBody>
                    <a:bodyPr/>
                    <a:lstStyle/>
                    <a:p>
                      <a:pPr algn="ctr"/>
                      <a:endParaRPr lang="en-US" sz="1400"/>
                    </a:p>
                  </a:txBody>
                  <a:tcPr anchor="ctr"/>
                </a:tc>
                <a:tc>
                  <a:txBody>
                    <a:bodyPr/>
                    <a:lstStyle/>
                    <a:p>
                      <a:pPr algn="ctr"/>
                      <a:endParaRPr lang="en-US" sz="1400"/>
                    </a:p>
                  </a:txBody>
                  <a:tcPr anchor="ctr"/>
                </a:tc>
                <a:tc>
                  <a:txBody>
                    <a:bodyPr/>
                    <a:lstStyle/>
                    <a:p>
                      <a:pPr algn="ctr"/>
                      <a:endParaRPr lang="en-US" sz="1400"/>
                    </a:p>
                  </a:txBody>
                  <a:tcPr anchor="ctr"/>
                </a:tc>
                <a:tc>
                  <a:txBody>
                    <a:bodyPr/>
                    <a:lstStyle/>
                    <a:p>
                      <a:pPr algn="ctr"/>
                      <a:endParaRPr lang="en-US" sz="1400"/>
                    </a:p>
                  </a:txBody>
                  <a:tcPr anchor="ctr"/>
                </a:tc>
                <a:tc>
                  <a:txBody>
                    <a:bodyPr/>
                    <a:lstStyle/>
                    <a:p>
                      <a:pPr algn="ctr"/>
                      <a:r>
                        <a:rPr lang="en-US" sz="1400"/>
                        <a:t>X</a:t>
                      </a:r>
                    </a:p>
                  </a:txBody>
                  <a:tcPr anchor="ctr"/>
                </a:tc>
                <a:tc>
                  <a:txBody>
                    <a:bodyPr/>
                    <a:lstStyle/>
                    <a:p>
                      <a:pPr algn="ctr"/>
                      <a:r>
                        <a:rPr lang="en-US" sz="1400" dirty="0"/>
                        <a:t>X</a:t>
                      </a:r>
                    </a:p>
                  </a:txBody>
                  <a:tcPr anchor="ctr"/>
                </a:tc>
                <a:extLst>
                  <a:ext uri="{0D108BD9-81ED-4DB2-BD59-A6C34878D82A}">
                    <a16:rowId xmlns:a16="http://schemas.microsoft.com/office/drawing/2014/main" val="1212156313"/>
                  </a:ext>
                </a:extLst>
              </a:tr>
            </a:tbl>
          </a:graphicData>
        </a:graphic>
      </p:graphicFrame>
    </p:spTree>
    <p:extLst>
      <p:ext uri="{BB962C8B-B14F-4D97-AF65-F5344CB8AC3E}">
        <p14:creationId xmlns:p14="http://schemas.microsoft.com/office/powerpoint/2010/main" val="13922975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6"/>
          </p:nvPr>
        </p:nvSpPr>
        <p:spPr/>
        <p:txBody>
          <a:bodyPr/>
          <a:lstStyle/>
          <a:p>
            <a:fld id="{D8C7B916-C5B8-B44E-8A57-C4F989E2FE98}" type="slidenum">
              <a:rPr lang="en-US" smtClean="0"/>
              <a:t>8</a:t>
            </a:fld>
            <a:endParaRPr lang="en-US"/>
          </a:p>
        </p:txBody>
      </p:sp>
      <p:sp>
        <p:nvSpPr>
          <p:cNvPr id="11" name="Title 10"/>
          <p:cNvSpPr>
            <a:spLocks noGrp="1"/>
          </p:cNvSpPr>
          <p:nvPr>
            <p:ph type="title"/>
          </p:nvPr>
        </p:nvSpPr>
        <p:spPr>
          <a:xfrm>
            <a:off x="227013" y="250763"/>
            <a:ext cx="8688387" cy="328754"/>
          </a:xfrm>
        </p:spPr>
        <p:txBody>
          <a:bodyPr/>
          <a:lstStyle/>
          <a:p>
            <a:r>
              <a:rPr lang="en-US" sz="1800"/>
              <a:t>5. Key Model Assumptions (continued)</a:t>
            </a:r>
          </a:p>
        </p:txBody>
      </p:sp>
      <p:graphicFrame>
        <p:nvGraphicFramePr>
          <p:cNvPr id="2" name="Table 1"/>
          <p:cNvGraphicFramePr>
            <a:graphicFrameLocks noGrp="1"/>
          </p:cNvGraphicFramePr>
          <p:nvPr>
            <p:extLst>
              <p:ext uri="{D42A27DB-BD31-4B8C-83A1-F6EECF244321}">
                <p14:modId xmlns:p14="http://schemas.microsoft.com/office/powerpoint/2010/main" val="3378946805"/>
              </p:ext>
            </p:extLst>
          </p:nvPr>
        </p:nvGraphicFramePr>
        <p:xfrm>
          <a:off x="349480" y="869822"/>
          <a:ext cx="8516096" cy="2318050"/>
        </p:xfrm>
        <a:graphic>
          <a:graphicData uri="http://schemas.openxmlformats.org/drawingml/2006/table">
            <a:tbl>
              <a:tblPr firstRow="1" bandRow="1">
                <a:tableStyleId>{5940675A-B579-460E-94D1-54222C63F5DA}</a:tableStyleId>
              </a:tblPr>
              <a:tblGrid>
                <a:gridCol w="4040645">
                  <a:extLst>
                    <a:ext uri="{9D8B030D-6E8A-4147-A177-3AD203B41FA5}">
                      <a16:colId xmlns:a16="http://schemas.microsoft.com/office/drawing/2014/main" val="647562201"/>
                    </a:ext>
                  </a:extLst>
                </a:gridCol>
                <a:gridCol w="1491817">
                  <a:extLst>
                    <a:ext uri="{9D8B030D-6E8A-4147-A177-3AD203B41FA5}">
                      <a16:colId xmlns:a16="http://schemas.microsoft.com/office/drawing/2014/main" val="4080167663"/>
                    </a:ext>
                  </a:extLst>
                </a:gridCol>
                <a:gridCol w="1491817">
                  <a:extLst>
                    <a:ext uri="{9D8B030D-6E8A-4147-A177-3AD203B41FA5}">
                      <a16:colId xmlns:a16="http://schemas.microsoft.com/office/drawing/2014/main" val="1399001717"/>
                    </a:ext>
                  </a:extLst>
                </a:gridCol>
                <a:gridCol w="1491817">
                  <a:extLst>
                    <a:ext uri="{9D8B030D-6E8A-4147-A177-3AD203B41FA5}">
                      <a16:colId xmlns:a16="http://schemas.microsoft.com/office/drawing/2014/main" val="1290382712"/>
                    </a:ext>
                  </a:extLst>
                </a:gridCol>
              </a:tblGrid>
              <a:tr h="763570">
                <a:tc rowSpan="2">
                  <a:txBody>
                    <a:bodyPr/>
                    <a:lstStyle/>
                    <a:p>
                      <a:pPr algn="ctr"/>
                      <a:r>
                        <a:rPr lang="en-US" sz="1400"/>
                        <a:t>Description of Assumption</a:t>
                      </a:r>
                    </a:p>
                  </a:txBody>
                  <a:tcPr anchor="b">
                    <a:solidFill>
                      <a:schemeClr val="accent6">
                        <a:lumMod val="40000"/>
                        <a:lumOff val="60000"/>
                      </a:schemeClr>
                    </a:solidFill>
                  </a:tcPr>
                </a:tc>
                <a:tc gridSpan="3">
                  <a:txBody>
                    <a:bodyPr/>
                    <a:lstStyle/>
                    <a:p>
                      <a:pPr algn="ctr"/>
                      <a:r>
                        <a:rPr lang="en-US" sz="1400"/>
                        <a:t>Assumption deployment</a:t>
                      </a:r>
                      <a:r>
                        <a:rPr lang="en-US" sz="1400" baseline="0"/>
                        <a:t> in model</a:t>
                      </a:r>
                      <a:endParaRPr lang="en-US" sz="1400"/>
                    </a:p>
                  </a:txBody>
                  <a:tcPr anchor="b">
                    <a:solidFill>
                      <a:schemeClr val="accent6">
                        <a:lumMod val="40000"/>
                        <a:lumOff val="60000"/>
                      </a:schemeClr>
                    </a:solidFill>
                  </a:tcPr>
                </a:tc>
                <a:tc hMerge="1">
                  <a:txBody>
                    <a:bodyPr/>
                    <a:lstStyle/>
                    <a:p>
                      <a:endParaRPr lang="en-US"/>
                    </a:p>
                  </a:txBody>
                  <a:tcPr/>
                </a:tc>
                <a:tc hMerge="1">
                  <a:txBody>
                    <a:bodyPr/>
                    <a:lstStyle/>
                    <a:p>
                      <a:pPr algn="ctr"/>
                      <a:endParaRPr lang="en-US" sz="1400"/>
                    </a:p>
                  </a:txBody>
                  <a:tcPr/>
                </a:tc>
                <a:extLst>
                  <a:ext uri="{0D108BD9-81ED-4DB2-BD59-A6C34878D82A}">
                    <a16:rowId xmlns:a16="http://schemas.microsoft.com/office/drawing/2014/main" val="29784611"/>
                  </a:ext>
                </a:extLst>
              </a:tr>
              <a:tr h="480341">
                <a:tc vMerge="1">
                  <a:txBody>
                    <a:bodyPr/>
                    <a:lstStyle/>
                    <a:p>
                      <a:endParaRPr lang="en-US" sz="1400"/>
                    </a:p>
                  </a:txBody>
                  <a:tcPr/>
                </a:tc>
                <a:tc>
                  <a:txBody>
                    <a:bodyPr/>
                    <a:lstStyle/>
                    <a:p>
                      <a:pPr algn="ctr"/>
                      <a:r>
                        <a:rPr lang="en-US" sz="1400"/>
                        <a:t>User Input</a:t>
                      </a:r>
                    </a:p>
                  </a:txBody>
                  <a:tcPr anchor="b">
                    <a:solidFill>
                      <a:schemeClr val="accent6">
                        <a:lumMod val="40000"/>
                        <a:lumOff val="60000"/>
                      </a:schemeClr>
                    </a:solidFill>
                  </a:tcPr>
                </a:tc>
                <a:tc>
                  <a:txBody>
                    <a:bodyPr/>
                    <a:lstStyle/>
                    <a:p>
                      <a:pPr algn="ctr"/>
                      <a:r>
                        <a:rPr lang="en-US" sz="1400"/>
                        <a:t>Embedded</a:t>
                      </a:r>
                    </a:p>
                  </a:txBody>
                  <a:tcPr anchor="b">
                    <a:solidFill>
                      <a:schemeClr val="accent6">
                        <a:lumMod val="40000"/>
                        <a:lumOff val="60000"/>
                      </a:schemeClr>
                    </a:solidFill>
                  </a:tcPr>
                </a:tc>
                <a:tc>
                  <a:txBody>
                    <a:bodyPr/>
                    <a:lstStyle/>
                    <a:p>
                      <a:pPr algn="ctr"/>
                      <a:r>
                        <a:rPr lang="en-US" sz="1400"/>
                        <a:t>Override Capability</a:t>
                      </a:r>
                    </a:p>
                  </a:txBody>
                  <a:tcPr anchor="b">
                    <a:solidFill>
                      <a:schemeClr val="accent6">
                        <a:lumMod val="40000"/>
                        <a:lumOff val="60000"/>
                      </a:schemeClr>
                    </a:solidFill>
                  </a:tcPr>
                </a:tc>
                <a:extLst>
                  <a:ext uri="{0D108BD9-81ED-4DB2-BD59-A6C34878D82A}">
                    <a16:rowId xmlns:a16="http://schemas.microsoft.com/office/drawing/2014/main" val="3041844294"/>
                  </a:ext>
                </a:extLst>
              </a:tr>
              <a:tr h="480341">
                <a:tc>
                  <a:txBody>
                    <a:bodyPr/>
                    <a:lstStyle/>
                    <a:p>
                      <a:r>
                        <a:rPr lang="en-US" sz="1400"/>
                        <a:t>Combined IICRA score is the weighted average of IICRA scores in sectors with exposure.</a:t>
                      </a:r>
                    </a:p>
                  </a:txBody>
                  <a:tcPr anchor="ctr"/>
                </a:tc>
                <a:tc>
                  <a:txBody>
                    <a:bodyPr/>
                    <a:lstStyle/>
                    <a:p>
                      <a:pPr marL="0" marR="0" lvl="0" indent="0" algn="ctr" defTabSz="457200" rtl="0" eaLnBrk="1" fontAlgn="auto" latinLnBrk="0" hangingPunct="1">
                        <a:lnSpc>
                          <a:spcPct val="100000"/>
                        </a:lnSpc>
                        <a:spcBef>
                          <a:spcPct val="0"/>
                        </a:spcBef>
                        <a:spcAft>
                          <a:spcPct val="0"/>
                        </a:spcAft>
                        <a:buClrTx/>
                        <a:buSzTx/>
                        <a:buFontTx/>
                        <a:buNone/>
                        <a:defRPr/>
                      </a:pPr>
                      <a:endParaRPr lang="en-US" sz="1400"/>
                    </a:p>
                  </a:txBody>
                  <a:tcPr anchor="ctr"/>
                </a:tc>
                <a:tc>
                  <a:txBody>
                    <a:bodyPr/>
                    <a:lstStyle/>
                    <a:p>
                      <a:pPr marL="0" marR="0" lvl="0" indent="0" algn="ctr" defTabSz="457200" rtl="0" eaLnBrk="1" fontAlgn="auto" latinLnBrk="0" hangingPunct="1">
                        <a:lnSpc>
                          <a:spcPct val="100000"/>
                        </a:lnSpc>
                        <a:spcBef>
                          <a:spcPct val="0"/>
                        </a:spcBef>
                        <a:spcAft>
                          <a:spcPct val="0"/>
                        </a:spcAft>
                        <a:buClrTx/>
                        <a:buSzTx/>
                        <a:buFontTx/>
                        <a:buNone/>
                        <a:defRPr/>
                      </a:pPr>
                      <a:r>
                        <a:rPr lang="en-US" sz="1400"/>
                        <a:t>X</a:t>
                      </a:r>
                    </a:p>
                  </a:txBody>
                  <a:tcPr anchor="ctr"/>
                </a:tc>
                <a:tc>
                  <a:txBody>
                    <a:bodyPr/>
                    <a:lstStyle/>
                    <a:p>
                      <a:pPr marL="0" marR="0" lvl="0" indent="0" algn="ctr" defTabSz="457200" rtl="0" eaLnBrk="1" fontAlgn="auto" latinLnBrk="0" hangingPunct="1">
                        <a:lnSpc>
                          <a:spcPct val="100000"/>
                        </a:lnSpc>
                        <a:spcBef>
                          <a:spcPct val="0"/>
                        </a:spcBef>
                        <a:spcAft>
                          <a:spcPct val="0"/>
                        </a:spcAft>
                        <a:buClrTx/>
                        <a:buSzTx/>
                        <a:buFontTx/>
                        <a:buNone/>
                        <a:defRPr/>
                      </a:pPr>
                      <a:endParaRPr lang="en-US" sz="1400"/>
                    </a:p>
                  </a:txBody>
                  <a:tcPr anchor="ctr"/>
                </a:tc>
                <a:extLst>
                  <a:ext uri="{0D108BD9-81ED-4DB2-BD59-A6C34878D82A}">
                    <a16:rowId xmlns:a16="http://schemas.microsoft.com/office/drawing/2014/main" val="3876683084"/>
                  </a:ext>
                </a:extLst>
              </a:tr>
              <a:tr h="480341">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400"/>
                        <a:t>Model allows up to four notches above the relevant sovereign rating specified by user.</a:t>
                      </a:r>
                    </a:p>
                  </a:txBody>
                  <a:tcPr anchor="ctr"/>
                </a:tc>
                <a:tc>
                  <a:txBody>
                    <a:bodyPr/>
                    <a:lstStyle/>
                    <a:p>
                      <a:pPr marL="0" marR="0" lvl="0" indent="0" algn="ctr" defTabSz="457200" rtl="0" eaLnBrk="1" fontAlgn="auto" latinLnBrk="0" hangingPunct="1">
                        <a:lnSpc>
                          <a:spcPct val="100000"/>
                        </a:lnSpc>
                        <a:spcBef>
                          <a:spcPct val="0"/>
                        </a:spcBef>
                        <a:spcAft>
                          <a:spcPct val="0"/>
                        </a:spcAft>
                        <a:buClrTx/>
                        <a:buSzTx/>
                        <a:buFontTx/>
                        <a:buNone/>
                        <a:defRPr/>
                      </a:pPr>
                      <a:endParaRPr lang="en-US" sz="1400"/>
                    </a:p>
                  </a:txBody>
                  <a:tcPr anchor="ctr"/>
                </a:tc>
                <a:tc>
                  <a:txBody>
                    <a:bodyPr/>
                    <a:lstStyle/>
                    <a:p>
                      <a:pPr marL="0" marR="0" lvl="0" indent="0" algn="ctr" defTabSz="457200" rtl="0" eaLnBrk="1" fontAlgn="auto" latinLnBrk="0" hangingPunct="1">
                        <a:lnSpc>
                          <a:spcPct val="100000"/>
                        </a:lnSpc>
                        <a:spcBef>
                          <a:spcPct val="0"/>
                        </a:spcBef>
                        <a:spcAft>
                          <a:spcPct val="0"/>
                        </a:spcAft>
                        <a:buClrTx/>
                        <a:buSzTx/>
                        <a:buFontTx/>
                        <a:buNone/>
                        <a:defRPr/>
                      </a:pPr>
                      <a:r>
                        <a:rPr lang="en-US" sz="1400"/>
                        <a:t>X</a:t>
                      </a:r>
                    </a:p>
                  </a:txBody>
                  <a:tcPr anchor="ctr"/>
                </a:tc>
                <a:tc>
                  <a:txBody>
                    <a:bodyPr/>
                    <a:lstStyle/>
                    <a:p>
                      <a:pPr marL="0" marR="0" lvl="0" indent="0" algn="ctr" defTabSz="457200" rtl="0" eaLnBrk="1" fontAlgn="auto" latinLnBrk="0" hangingPunct="1">
                        <a:lnSpc>
                          <a:spcPct val="100000"/>
                        </a:lnSpc>
                        <a:spcBef>
                          <a:spcPct val="0"/>
                        </a:spcBef>
                        <a:spcAft>
                          <a:spcPct val="0"/>
                        </a:spcAft>
                        <a:buClrTx/>
                        <a:buSzTx/>
                        <a:buFontTx/>
                        <a:buNone/>
                        <a:defRPr/>
                      </a:pPr>
                      <a:endParaRPr lang="en-US" sz="1400" dirty="0"/>
                    </a:p>
                  </a:txBody>
                  <a:tcPr anchor="ctr"/>
                </a:tc>
                <a:extLst>
                  <a:ext uri="{0D108BD9-81ED-4DB2-BD59-A6C34878D82A}">
                    <a16:rowId xmlns:a16="http://schemas.microsoft.com/office/drawing/2014/main" val="1895476203"/>
                  </a:ext>
                </a:extLst>
              </a:tr>
            </a:tbl>
          </a:graphicData>
        </a:graphic>
      </p:graphicFrame>
    </p:spTree>
    <p:extLst>
      <p:ext uri="{BB962C8B-B14F-4D97-AF65-F5344CB8AC3E}">
        <p14:creationId xmlns:p14="http://schemas.microsoft.com/office/powerpoint/2010/main" val="42157037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sz="quarter" idx="13"/>
          </p:nvPr>
        </p:nvSpPr>
        <p:spPr>
          <a:xfrm>
            <a:off x="227012" y="706438"/>
            <a:ext cx="8688387" cy="5124451"/>
          </a:xfrm>
        </p:spPr>
        <p:txBody>
          <a:bodyPr/>
          <a:lstStyle/>
          <a:p>
            <a:pPr marL="400050" indent="-400050">
              <a:buFont typeface="+mj-lt"/>
              <a:buAutoNum type="romanLcPeriod"/>
            </a:pPr>
            <a:endParaRPr lang="en-US" sz="1600" b="0"/>
          </a:p>
          <a:p>
            <a:pPr marL="342900" indent="-342900">
              <a:buFont typeface="Arial" pitchFamily="34" charset="0"/>
              <a:buChar char="•"/>
            </a:pPr>
            <a:endParaRPr lang="en-GB"/>
          </a:p>
        </p:txBody>
      </p:sp>
      <p:sp>
        <p:nvSpPr>
          <p:cNvPr id="3" name="Slide Number Placeholder 2"/>
          <p:cNvSpPr>
            <a:spLocks noGrp="1"/>
          </p:cNvSpPr>
          <p:nvPr>
            <p:ph type="sldNum" sz="quarter" idx="16"/>
          </p:nvPr>
        </p:nvSpPr>
        <p:spPr/>
        <p:txBody>
          <a:bodyPr/>
          <a:lstStyle/>
          <a:p>
            <a:fld id="{D8C7B916-C5B8-B44E-8A57-C4F989E2FE98}" type="slidenum">
              <a:rPr lang="en-US" smtClean="0"/>
              <a:t>9</a:t>
            </a:fld>
            <a:endParaRPr lang="en-US"/>
          </a:p>
        </p:txBody>
      </p:sp>
      <p:sp>
        <p:nvSpPr>
          <p:cNvPr id="11" name="Title 10"/>
          <p:cNvSpPr>
            <a:spLocks noGrp="1"/>
          </p:cNvSpPr>
          <p:nvPr>
            <p:ph type="title"/>
          </p:nvPr>
        </p:nvSpPr>
        <p:spPr>
          <a:xfrm>
            <a:off x="227013" y="280847"/>
            <a:ext cx="8688387" cy="328753"/>
          </a:xfrm>
        </p:spPr>
        <p:txBody>
          <a:bodyPr/>
          <a:lstStyle/>
          <a:p>
            <a:r>
              <a:rPr lang="en-US" sz="1800"/>
              <a:t>6. Limitations/Restrictions for the Model</a:t>
            </a:r>
            <a:br>
              <a:rPr lang="en-US" sz="1800"/>
            </a:br>
            <a:r>
              <a:rPr lang="en-US" sz="1800"/>
              <a:t> </a:t>
            </a:r>
          </a:p>
        </p:txBody>
      </p:sp>
      <p:sp>
        <p:nvSpPr>
          <p:cNvPr id="5" name="Content Placeholder 5"/>
          <p:cNvSpPr txBox="1"/>
          <p:nvPr/>
        </p:nvSpPr>
        <p:spPr>
          <a:xfrm>
            <a:off x="457200" y="869950"/>
            <a:ext cx="8458199" cy="5248275"/>
          </a:xfrm>
          <a:prstGeom prst="rect">
            <a:avLst/>
          </a:prstGeom>
          <a:ln cap="flat">
            <a:noFill/>
            <a:miter lim="800000"/>
          </a:ln>
        </p:spPr>
        <p:txBody>
          <a:bodyPr vert="horz" wrap="square" lIns="0" tIns="0" rIns="0" bIns="0" rtlCol="0" anchor="t">
            <a:noAutofit/>
          </a:bodyPr>
          <a:lstStyle>
            <a:lvl1pPr marL="0" indent="0" algn="l" defTabSz="457200" rtl="0" eaLnBrk="1" latinLnBrk="0" hangingPunct="1">
              <a:lnSpc>
                <a:spcPct val="95000"/>
              </a:lnSpc>
              <a:spcBef>
                <a:spcPts val="1200"/>
              </a:spcBef>
              <a:buFont typeface="Arial"/>
              <a:buNone/>
              <a:defRPr lang="en-US" sz="2000" b="1" kern="1200" smtClean="0">
                <a:solidFill>
                  <a:schemeClr val="tx1"/>
                </a:solidFill>
                <a:latin typeface="+mn-lt"/>
                <a:ea typeface="+mn-ea"/>
                <a:cs typeface="+mn-cs"/>
              </a:defRPr>
            </a:lvl1pPr>
            <a:lvl2pPr marL="233363" indent="-233363" algn="l" defTabSz="457200" rtl="0" eaLnBrk="1" latinLnBrk="0" hangingPunct="1">
              <a:lnSpc>
                <a:spcPct val="95000"/>
              </a:lnSpc>
              <a:spcBef>
                <a:spcPts val="1200"/>
              </a:spcBef>
              <a:buFont typeface="Arial" pitchFamily="34" charset="0"/>
              <a:buChar char="•"/>
              <a:defRPr lang="en-US" sz="2000" b="1" kern="1200" smtClean="0">
                <a:solidFill>
                  <a:schemeClr val="tx1"/>
                </a:solidFill>
                <a:latin typeface="+mn-lt"/>
                <a:ea typeface="+mn-ea"/>
                <a:cs typeface="+mn-cs"/>
              </a:defRPr>
            </a:lvl2pPr>
            <a:lvl3pPr marL="630238" indent="-173038" algn="l" defTabSz="457200" rtl="0" eaLnBrk="1" latinLnBrk="0" hangingPunct="1">
              <a:lnSpc>
                <a:spcPct val="95000"/>
              </a:lnSpc>
              <a:spcBef>
                <a:spcPts val="300"/>
              </a:spcBef>
              <a:buFont typeface="Arial"/>
              <a:buChar char="•"/>
              <a:defRPr lang="en-US" sz="1600" b="0" kern="1200" smtClean="0">
                <a:solidFill>
                  <a:schemeClr val="tx1"/>
                </a:solidFill>
                <a:latin typeface="Times New Roman" pitchFamily="18" charset="0"/>
                <a:ea typeface="+mn-ea"/>
                <a:cs typeface="Times New Roman" pitchFamily="18" charset="0"/>
              </a:defRPr>
            </a:lvl3pPr>
            <a:lvl4pPr marL="1025525" indent="-171450" algn="l" defTabSz="457200" rtl="0" eaLnBrk="1" latinLnBrk="0" hangingPunct="1">
              <a:lnSpc>
                <a:spcPct val="95000"/>
              </a:lnSpc>
              <a:spcBef>
                <a:spcPts val="300"/>
              </a:spcBef>
              <a:buFont typeface="Arial" pitchFamily="34" charset="0"/>
              <a:buChar char="•"/>
              <a:defRPr lang="en-US" sz="1400" b="0" kern="1200" smtClean="0">
                <a:solidFill>
                  <a:schemeClr val="tx1"/>
                </a:solidFill>
                <a:latin typeface="Times New Roman" pitchFamily="18" charset="0"/>
                <a:ea typeface="+mn-ea"/>
                <a:cs typeface="Times New Roman" pitchFamily="18" charset="0"/>
              </a:defRPr>
            </a:lvl4pPr>
            <a:lvl5pPr marL="1311275" indent="-163513" algn="l" defTabSz="457200" rtl="0" eaLnBrk="1" latinLnBrk="0" hangingPunct="1">
              <a:lnSpc>
                <a:spcPct val="95000"/>
              </a:lnSpc>
              <a:spcBef>
                <a:spcPts val="300"/>
              </a:spcBef>
              <a:buFont typeface="Arial" pitchFamily="34" charset="0"/>
              <a:buChar char="•"/>
              <a:defRPr lang="en-US" sz="1200" b="0" kern="1200">
                <a:solidFill>
                  <a:schemeClr val="tx1"/>
                </a:solidFill>
                <a:latin typeface="Times New Roman" pitchFamily="18" charset="0"/>
                <a:ea typeface="+mn-ea"/>
                <a:cs typeface="Times New Roman" pitchFamily="18"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1600" b="0">
                <a:latin typeface="Arial"/>
                <a:cs typeface="Arial"/>
              </a:rPr>
              <a:t>Use of the model is restricted to insurance companies rated under the Insurers Rating Methodology only.</a:t>
            </a:r>
            <a:endParaRPr lang="en-GB" sz="1600" b="0">
              <a:latin typeface="Arial"/>
              <a:cs typeface="Arial"/>
            </a:endParaRPr>
          </a:p>
          <a:p>
            <a:endParaRPr lang="en-US" sz="1600"/>
          </a:p>
          <a:p>
            <a:endParaRPr lang="en-US" sz="1600"/>
          </a:p>
          <a:p>
            <a:pPr marL="342900" indent="-342900">
              <a:buFont typeface="Arial" pitchFamily="34" charset="0"/>
              <a:buChar char="•"/>
            </a:pPr>
            <a:endParaRPr lang="en-US"/>
          </a:p>
        </p:txBody>
      </p:sp>
    </p:spTree>
    <p:extLst>
      <p:ext uri="{BB962C8B-B14F-4D97-AF65-F5344CB8AC3E}">
        <p14:creationId xmlns:p14="http://schemas.microsoft.com/office/powerpoint/2010/main" val="31166066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sz="quarter" idx="13"/>
          </p:nvPr>
        </p:nvSpPr>
        <p:spPr>
          <a:xfrm>
            <a:off x="457200" y="869950"/>
            <a:ext cx="8458200" cy="5248275"/>
          </a:xfrm>
        </p:spPr>
        <p:txBody>
          <a:bodyPr vert="horz" lIns="0" tIns="0" rIns="0" bIns="0" rtlCol="0" anchor="t">
            <a:noAutofit/>
          </a:bodyPr>
          <a:lstStyle/>
          <a:p>
            <a:pPr marL="342900" indent="-342900">
              <a:buFont typeface="+mj-lt"/>
              <a:buAutoNum type="arabicParenR"/>
            </a:pPr>
            <a:r>
              <a:rPr lang="en-US" sz="1400" b="0" dirty="0"/>
              <a:t>Effective Date of the Changes: October 2025</a:t>
            </a:r>
          </a:p>
          <a:p>
            <a:pPr marL="342900" indent="-342900">
              <a:buFont typeface="+mj-lt"/>
              <a:buAutoNum type="arabicParenR"/>
            </a:pPr>
            <a:endParaRPr lang="en-US" sz="1400" b="0" dirty="0">
              <a:solidFill>
                <a:srgbClr val="FF0000"/>
              </a:solidFill>
            </a:endParaRPr>
          </a:p>
          <a:p>
            <a:pPr marL="342900" indent="-342900">
              <a:buFont typeface="+mj-lt"/>
              <a:buAutoNum type="arabicParenR"/>
            </a:pPr>
            <a:r>
              <a:rPr lang="en-US" sz="1400" b="0" dirty="0"/>
              <a:t>Summary Description of changes: </a:t>
            </a:r>
          </a:p>
          <a:p>
            <a:pPr marL="342900" indent="-342900">
              <a:buFont typeface="+mj-lt"/>
              <a:buAutoNum type="arabicParenR"/>
            </a:pPr>
            <a:endParaRPr lang="en-US" sz="1400" b="0" dirty="0">
              <a:highlight>
                <a:srgbClr val="FFFF00"/>
              </a:highlight>
            </a:endParaRPr>
          </a:p>
          <a:p>
            <a:pPr marL="285750" indent="-285750">
              <a:buFont typeface="Arial" panose="020B0604020202020204" pitchFamily="34" charset="0"/>
              <a:buChar char="•"/>
            </a:pPr>
            <a:r>
              <a:rPr lang="en-US" sz="1400" b="0" dirty="0"/>
              <a:t>V001 was recoded from Excel models #1087 and #1088 and approved by the Board in 2021 but was never deployed due to shifting RT priorities.</a:t>
            </a:r>
          </a:p>
          <a:p>
            <a:pPr marL="285750" indent="-285750">
              <a:buFont typeface="Arial" panose="020B0604020202020204" pitchFamily="34" charset="0"/>
              <a:buChar char="•"/>
            </a:pPr>
            <a:endParaRPr lang="en-US" sz="1400" b="0" dirty="0"/>
          </a:p>
          <a:p>
            <a:pPr marL="285750" indent="-285750">
              <a:buFont typeface="Arial" panose="020B0604020202020204" pitchFamily="34" charset="0"/>
              <a:buChar char="•"/>
            </a:pPr>
            <a:r>
              <a:rPr lang="en-US" sz="1400" b="0" dirty="0"/>
              <a:t>The recode project has now resumed, with updates to the model engine reflecting criteria changes since 2020 and code refactored to meet current standards. Support framework has also been incorporated into the model engine.</a:t>
            </a:r>
          </a:p>
          <a:p>
            <a:pPr marL="285750" indent="-285750">
              <a:buFont typeface="Arial" panose="020B0604020202020204" pitchFamily="34" charset="0"/>
              <a:buChar char="•"/>
            </a:pPr>
            <a:endParaRPr lang="en-US" sz="1400" b="0" dirty="0"/>
          </a:p>
          <a:p>
            <a:pPr marL="285750" indent="-285750">
              <a:buFont typeface="Arial" panose="020B0604020202020204" pitchFamily="34" charset="0"/>
              <a:buChar char="•"/>
            </a:pPr>
            <a:r>
              <a:rPr lang="en-US" sz="1400" b="0" dirty="0"/>
              <a:t>V001 was intended for externalization as a dual-use model; however, V002 will not be externalized. The model type has been updated to Ratings Model (R), with requested ID RS-INS-GLB-R-001106-V002.</a:t>
            </a:r>
          </a:p>
          <a:p>
            <a:pPr marL="285750" indent="-285750">
              <a:buFont typeface="Arial" panose="020B0604020202020204" pitchFamily="34" charset="0"/>
              <a:buChar char="•"/>
            </a:pPr>
            <a:endParaRPr lang="en-US" sz="1400" b="0" dirty="0"/>
          </a:p>
          <a:p>
            <a:pPr marL="285750" indent="-285750">
              <a:buFont typeface="Arial" panose="020B0604020202020204" pitchFamily="34" charset="0"/>
              <a:buChar char="•"/>
            </a:pPr>
            <a:r>
              <a:rPr lang="en-US" sz="1400" b="0" dirty="0"/>
              <a:t>The changes to the model will not have any impact on current credit ratings.</a:t>
            </a:r>
          </a:p>
          <a:p>
            <a:pPr marL="285750" indent="-285750">
              <a:buFont typeface="Arial" panose="020B0604020202020204" pitchFamily="34" charset="0"/>
              <a:buChar char="•"/>
            </a:pPr>
            <a:endParaRPr lang="en-US" sz="1400" b="0" dirty="0"/>
          </a:p>
          <a:p>
            <a:pPr marL="342900" indent="-342900">
              <a:buFont typeface="Arial" pitchFamily="34" charset="0"/>
              <a:buChar char="•"/>
            </a:pPr>
            <a:endParaRPr lang="en-GB" sz="1800" dirty="0"/>
          </a:p>
        </p:txBody>
      </p:sp>
      <p:sp>
        <p:nvSpPr>
          <p:cNvPr id="3" name="Slide Number Placeholder 2"/>
          <p:cNvSpPr>
            <a:spLocks noGrp="1"/>
          </p:cNvSpPr>
          <p:nvPr>
            <p:ph type="sldNum" sz="quarter" idx="16"/>
          </p:nvPr>
        </p:nvSpPr>
        <p:spPr/>
        <p:txBody>
          <a:bodyPr/>
          <a:lstStyle/>
          <a:p>
            <a:fld id="{D8C7B916-C5B8-B44E-8A57-C4F989E2FE98}" type="slidenum">
              <a:rPr lang="en-US" smtClean="0"/>
              <a:t>10</a:t>
            </a:fld>
            <a:endParaRPr lang="en-US"/>
          </a:p>
        </p:txBody>
      </p:sp>
      <p:sp>
        <p:nvSpPr>
          <p:cNvPr id="11" name="Title 10"/>
          <p:cNvSpPr>
            <a:spLocks noGrp="1"/>
          </p:cNvSpPr>
          <p:nvPr>
            <p:ph type="title"/>
          </p:nvPr>
        </p:nvSpPr>
        <p:spPr>
          <a:xfrm>
            <a:off x="227013" y="280846"/>
            <a:ext cx="8688387" cy="328753"/>
          </a:xfrm>
        </p:spPr>
        <p:txBody>
          <a:bodyPr/>
          <a:lstStyle/>
          <a:p>
            <a:r>
              <a:rPr lang="en-US" sz="1800"/>
              <a:t>7. Material Changes from Prior Model</a:t>
            </a:r>
          </a:p>
        </p:txBody>
      </p:sp>
    </p:spTree>
    <p:extLst>
      <p:ext uri="{BB962C8B-B14F-4D97-AF65-F5344CB8AC3E}">
        <p14:creationId xmlns:p14="http://schemas.microsoft.com/office/powerpoint/2010/main" val="41886575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6"/>
          </p:nvPr>
        </p:nvSpPr>
        <p:spPr/>
        <p:txBody>
          <a:bodyPr/>
          <a:lstStyle/>
          <a:p>
            <a:fld id="{D8C7B916-C5B8-B44E-8A57-C4F989E2FE98}" type="slidenum">
              <a:rPr lang="en-US" smtClean="0"/>
              <a:t>11</a:t>
            </a:fld>
            <a:endParaRPr lang="en-US"/>
          </a:p>
        </p:txBody>
      </p:sp>
      <p:sp>
        <p:nvSpPr>
          <p:cNvPr id="11" name="Title 10"/>
          <p:cNvSpPr>
            <a:spLocks noGrp="1"/>
          </p:cNvSpPr>
          <p:nvPr>
            <p:ph type="title"/>
          </p:nvPr>
        </p:nvSpPr>
        <p:spPr>
          <a:xfrm>
            <a:off x="227013" y="280846"/>
            <a:ext cx="8688387" cy="322404"/>
          </a:xfrm>
        </p:spPr>
        <p:txBody>
          <a:bodyPr/>
          <a:lstStyle/>
          <a:p>
            <a:r>
              <a:rPr lang="en-US" sz="1800"/>
              <a:t>8. Testing</a:t>
            </a:r>
            <a:endParaRPr lang="en-US" sz="1800">
              <a:solidFill>
                <a:srgbClr val="D6002A"/>
              </a:solidFill>
            </a:endParaRPr>
          </a:p>
        </p:txBody>
      </p:sp>
      <p:sp>
        <p:nvSpPr>
          <p:cNvPr id="6" name="TextBox 5">
            <a:extLst>
              <a:ext uri="{FF2B5EF4-FFF2-40B4-BE49-F238E27FC236}">
                <a16:creationId xmlns:a16="http://schemas.microsoft.com/office/drawing/2014/main" id="{588F72D7-D6BA-44AA-8CD8-F3CF3538BAA8}"/>
              </a:ext>
            </a:extLst>
          </p:cNvPr>
          <p:cNvSpPr txBox="1"/>
          <p:nvPr/>
        </p:nvSpPr>
        <p:spPr>
          <a:xfrm>
            <a:off x="262527" y="626148"/>
            <a:ext cx="8352555" cy="5047536"/>
          </a:xfrm>
          <a:prstGeom prst="rect">
            <a:avLst/>
          </a:prstGeom>
          <a:noFill/>
        </p:spPr>
        <p:txBody>
          <a:bodyPr wrap="square" rtlCol="0">
            <a:spAutoFit/>
          </a:bodyPr>
          <a:lstStyle/>
          <a:p>
            <a:pPr marL="285750" indent="-285750" algn="just">
              <a:buFont typeface="Arial" pitchFamily="34" charset="0"/>
              <a:buChar char="•"/>
            </a:pPr>
            <a:r>
              <a:rPr lang="en-US" sz="1400" b="0">
                <a:latin typeface="Arial" pitchFamily="34" charset="0"/>
                <a:cs typeface="Arial" pitchFamily="34" charset="0"/>
              </a:rPr>
              <a:t>The model has been tested by means of unit and integration testing.</a:t>
            </a:r>
          </a:p>
          <a:p>
            <a:pPr marL="285750" indent="-285750" algn="just">
              <a:buFont typeface="Arial" pitchFamily="34" charset="0"/>
              <a:buChar char="•"/>
            </a:pPr>
            <a:endParaRPr lang="en-US" sz="1400">
              <a:latin typeface="Arial" pitchFamily="34" charset="0"/>
              <a:cs typeface="Arial" pitchFamily="34" charset="0"/>
            </a:endParaRPr>
          </a:p>
          <a:p>
            <a:pPr marL="285750" indent="-285750" algn="just">
              <a:buFont typeface="Arial" pitchFamily="34" charset="0"/>
              <a:buChar char="•"/>
            </a:pPr>
            <a:r>
              <a:rPr lang="en-US" sz="1400" b="0">
                <a:latin typeface="Arial" pitchFamily="34" charset="0"/>
                <a:cs typeface="Arial" pitchFamily="34" charset="0"/>
              </a:rPr>
              <a:t>Unit testing involves independently testing individual components of a model to ensure they behave as expected.</a:t>
            </a:r>
          </a:p>
          <a:p>
            <a:pPr marL="285750" indent="-285750" algn="just">
              <a:buFont typeface="Arial" pitchFamily="34" charset="0"/>
              <a:buChar char="•"/>
            </a:pPr>
            <a:endParaRPr lang="en-US" sz="1400">
              <a:latin typeface="Arial" pitchFamily="34" charset="0"/>
              <a:cs typeface="Arial" pitchFamily="34" charset="0"/>
            </a:endParaRPr>
          </a:p>
          <a:p>
            <a:pPr marL="742950" lvl="1" indent="-285750" algn="just">
              <a:buFont typeface="Arial" pitchFamily="34" charset="0"/>
              <a:buChar char="•"/>
            </a:pPr>
            <a:r>
              <a:rPr lang="en-US" sz="1400" b="0">
                <a:latin typeface="Arial"/>
                <a:cs typeface="Arial"/>
              </a:rPr>
              <a:t>A total number of </a:t>
            </a:r>
            <a:r>
              <a:rPr lang="en-US" sz="1400">
                <a:solidFill>
                  <a:srgbClr val="D6002A"/>
                </a:solidFill>
                <a:latin typeface="Arial"/>
                <a:cs typeface="Arial"/>
              </a:rPr>
              <a:t>799 </a:t>
            </a:r>
            <a:r>
              <a:rPr lang="en-US" sz="1400">
                <a:latin typeface="Arial"/>
                <a:cs typeface="Arial"/>
              </a:rPr>
              <a:t>unit </a:t>
            </a:r>
            <a:r>
              <a:rPr lang="en-US" sz="1400" b="0">
                <a:latin typeface="Arial"/>
                <a:cs typeface="Arial"/>
              </a:rPr>
              <a:t>test cases were created.</a:t>
            </a:r>
          </a:p>
          <a:p>
            <a:pPr marL="285750" indent="-285750" algn="just">
              <a:buFont typeface="Arial" pitchFamily="34" charset="0"/>
              <a:buChar char="•"/>
            </a:pPr>
            <a:endParaRPr lang="en-US" sz="1400">
              <a:latin typeface="Arial"/>
              <a:cs typeface="Arial"/>
            </a:endParaRPr>
          </a:p>
          <a:p>
            <a:pPr marL="742950" lvl="1" indent="-285750" algn="just">
              <a:buFont typeface="Arial" pitchFamily="34" charset="0"/>
              <a:buChar char="•"/>
            </a:pPr>
            <a:r>
              <a:rPr lang="en-US" sz="1400" b="0">
                <a:latin typeface="Arial"/>
                <a:cs typeface="Arial"/>
              </a:rPr>
              <a:t>The unit test coverage for all components comprising the model was 100%.</a:t>
            </a:r>
          </a:p>
          <a:p>
            <a:pPr algn="just"/>
            <a:endParaRPr lang="en-US" sz="1400">
              <a:solidFill>
                <a:srgbClr val="D6002A"/>
              </a:solidFill>
              <a:latin typeface="Arial"/>
              <a:cs typeface="Arial"/>
            </a:endParaRPr>
          </a:p>
          <a:p>
            <a:pPr marL="285750" indent="-285750" algn="just">
              <a:buFont typeface="Arial" pitchFamily="34" charset="0"/>
              <a:buChar char="•"/>
            </a:pPr>
            <a:r>
              <a:rPr lang="en-US" sz="1400">
                <a:latin typeface="Arial"/>
                <a:cs typeface="Arial"/>
              </a:rPr>
              <a:t>Integration tests complements unit testing, it ensures that components of a model work correctly to produce the accurate and expected ultimate results.</a:t>
            </a:r>
          </a:p>
          <a:p>
            <a:pPr marL="285750" indent="-285750" algn="just">
              <a:buFont typeface="Arial" pitchFamily="34" charset="0"/>
              <a:buChar char="•"/>
            </a:pPr>
            <a:endParaRPr lang="en-US" sz="1400">
              <a:solidFill>
                <a:srgbClr val="D6002A"/>
              </a:solidFill>
              <a:latin typeface="Arial"/>
              <a:cs typeface="Arial"/>
            </a:endParaRPr>
          </a:p>
          <a:p>
            <a:pPr marL="742950" lvl="1" indent="-285750" algn="just">
              <a:buFont typeface="Arial" pitchFamily="34" charset="0"/>
              <a:buChar char="•"/>
            </a:pPr>
            <a:r>
              <a:rPr lang="en-US" sz="1400">
                <a:solidFill>
                  <a:srgbClr val="D6002A"/>
                </a:solidFill>
                <a:latin typeface="Arial"/>
                <a:cs typeface="Arial"/>
              </a:rPr>
              <a:t>681 </a:t>
            </a:r>
            <a:r>
              <a:rPr lang="en-US" sz="1400">
                <a:latin typeface="Arial"/>
                <a:cs typeface="Arial"/>
              </a:rPr>
              <a:t>integration test scenarios were created to ensure end-to-end calculations behave as expected. </a:t>
            </a:r>
          </a:p>
          <a:p>
            <a:pPr marL="285750" indent="-285750" algn="just">
              <a:buFont typeface="Arial" pitchFamily="34" charset="0"/>
              <a:buChar char="•"/>
            </a:pPr>
            <a:endParaRPr lang="en-US" sz="1400">
              <a:latin typeface="Arial"/>
              <a:cs typeface="Arial"/>
            </a:endParaRPr>
          </a:p>
          <a:p>
            <a:pPr marL="742950" lvl="1" indent="-285750" algn="just">
              <a:buFont typeface="Arial" pitchFamily="34" charset="0"/>
              <a:buChar char="•"/>
            </a:pPr>
            <a:r>
              <a:rPr lang="en-US" sz="1400">
                <a:latin typeface="Arial"/>
                <a:cs typeface="Arial"/>
              </a:rPr>
              <a:t>All integration test scenarios passed and met expectations.</a:t>
            </a:r>
          </a:p>
          <a:p>
            <a:pPr marL="742950" lvl="1" indent="-285750" algn="just">
              <a:buFont typeface="Arial" pitchFamily="34" charset="0"/>
              <a:buChar char="•"/>
            </a:pPr>
            <a:endParaRPr lang="en-US" sz="1400">
              <a:solidFill>
                <a:srgbClr val="D6002A"/>
              </a:solidFill>
              <a:latin typeface="Arial"/>
              <a:cs typeface="Arial"/>
            </a:endParaRPr>
          </a:p>
          <a:p>
            <a:pPr marL="285750" indent="-285750" algn="just">
              <a:buFont typeface="Arial" pitchFamily="34" charset="0"/>
              <a:buChar char="•"/>
            </a:pPr>
            <a:r>
              <a:rPr lang="en-GB" sz="1400">
                <a:latin typeface="Arial"/>
                <a:cs typeface="Arial"/>
              </a:rPr>
              <a:t>End User Testing – The model was tested end to end using actual data, user inputs and outputs verified.</a:t>
            </a:r>
            <a:endParaRPr lang="en-US" sz="1400">
              <a:latin typeface="Arial"/>
              <a:cs typeface="Arial"/>
            </a:endParaRPr>
          </a:p>
          <a:p>
            <a:pPr marL="285750" indent="-285750" algn="just">
              <a:buFont typeface="Arial" pitchFamily="34" charset="0"/>
              <a:buChar char="•"/>
            </a:pPr>
            <a:endParaRPr lang="en-US" sz="1400">
              <a:latin typeface="Arial" pitchFamily="34" charset="0"/>
              <a:cs typeface="Arial" pitchFamily="34" charset="0"/>
            </a:endParaRPr>
          </a:p>
          <a:p>
            <a:pPr marL="285750" indent="-285750" algn="just">
              <a:buFont typeface="Arial" pitchFamily="34" charset="0"/>
              <a:buChar char="•"/>
            </a:pPr>
            <a:r>
              <a:rPr lang="en-US" sz="1400" b="0">
                <a:latin typeface="Arial" pitchFamily="34" charset="0"/>
                <a:cs typeface="Arial" pitchFamily="34" charset="0"/>
              </a:rPr>
              <a:t>There were </a:t>
            </a:r>
            <a:r>
              <a:rPr lang="en-US" sz="1400" b="0" u="sng">
                <a:latin typeface="Arial" pitchFamily="34" charset="0"/>
                <a:cs typeface="Arial" pitchFamily="34" charset="0"/>
              </a:rPr>
              <a:t>no</a:t>
            </a:r>
            <a:r>
              <a:rPr lang="en-US" sz="1400" b="0">
                <a:latin typeface="Arial" pitchFamily="34" charset="0"/>
                <a:cs typeface="Arial" pitchFamily="34" charset="0"/>
              </a:rPr>
              <a:t> issues reported during the unit test and the integration test runs. </a:t>
            </a:r>
          </a:p>
          <a:p>
            <a:pPr algn="just"/>
            <a:endParaRPr lang="en-US" sz="1400">
              <a:solidFill>
                <a:srgbClr val="D6002A"/>
              </a:solidFill>
              <a:latin typeface="Arial"/>
              <a:cs typeface="Arial"/>
            </a:endParaRPr>
          </a:p>
          <a:p>
            <a:pPr marL="742950" lvl="1" indent="-285750" algn="just">
              <a:buFont typeface="Arial" pitchFamily="34" charset="0"/>
              <a:buChar char="•"/>
            </a:pPr>
            <a:endParaRPr lang="en-US" sz="1400" b="0">
              <a:latin typeface="Arial"/>
              <a:cs typeface="Arial"/>
            </a:endParaRPr>
          </a:p>
        </p:txBody>
      </p:sp>
    </p:spTree>
    <p:extLst>
      <p:ext uri="{BB962C8B-B14F-4D97-AF65-F5344CB8AC3E}">
        <p14:creationId xmlns:p14="http://schemas.microsoft.com/office/powerpoint/2010/main" val="12786427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p:cNvSpPr>
            <a:spLocks noGrp="1"/>
          </p:cNvSpPr>
          <p:nvPr>
            <p:ph sz="quarter" idx="13"/>
          </p:nvPr>
        </p:nvSpPr>
        <p:spPr>
          <a:xfrm>
            <a:off x="227012" y="706438"/>
            <a:ext cx="8688387" cy="3424517"/>
          </a:xfrm>
        </p:spPr>
        <p:txBody>
          <a:bodyPr vert="horz" lIns="0" tIns="0" rIns="0" bIns="0" rtlCol="0" anchor="t">
            <a:noAutofit/>
          </a:bodyPr>
          <a:lstStyle/>
          <a:p>
            <a:pPr marL="285750" indent="-285750">
              <a:buFont typeface="Arial" panose="020B0604020202020204" pitchFamily="34" charset="0"/>
              <a:buChar char="•"/>
            </a:pPr>
            <a:r>
              <a:rPr lang="en-US" sz="1400" b="0" dirty="0"/>
              <a:t>This model solely implements analytical considerations that are set out in the applicable Criteria. The Criteria performance metrics are therefore used to confirm acceptable model performance. </a:t>
            </a:r>
          </a:p>
          <a:p>
            <a:endParaRPr lang="en-US" sz="1400" b="0" dirty="0"/>
          </a:p>
          <a:p>
            <a:pPr marL="285750" indent="-285750">
              <a:buFont typeface="Arial" panose="020B0604020202020204" pitchFamily="34" charset="0"/>
              <a:buChar char="•"/>
            </a:pPr>
            <a:r>
              <a:rPr lang="en-US" sz="1400" b="0" dirty="0"/>
              <a:t>During the fieldwork, AQV opted to have the performance metrics re-computed using more current data (from 01OCT2020 to 30SEP2025) specific to the Model’s main applicable Criteria article </a:t>
            </a:r>
            <a:r>
              <a:rPr lang="en-US" sz="1400" i="1" dirty="0"/>
              <a:t>“General: Insurers Rating Methodology”</a:t>
            </a:r>
            <a:r>
              <a:rPr lang="en-US" sz="1400" b="0" dirty="0"/>
              <a:t>. The summary of the performance metrics is listed in the below table:</a:t>
            </a:r>
          </a:p>
        </p:txBody>
      </p:sp>
      <p:sp>
        <p:nvSpPr>
          <p:cNvPr id="3" name="Slide Number Placeholder 2"/>
          <p:cNvSpPr>
            <a:spLocks noGrp="1"/>
          </p:cNvSpPr>
          <p:nvPr>
            <p:ph type="sldNum" sz="quarter" idx="16"/>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defRPr/>
            </a:pPr>
            <a:fld id="{D8C7B916-C5B8-B44E-8A57-C4F989E2FE98}" type="slidenum">
              <a:rPr kumimoji="0" lang="en-US" sz="1000" b="0" i="0" u="none" strike="noStrike" kern="1200" cap="none" spc="0" normalizeH="0" baseline="0" noProof="0" smtClean="0">
                <a:ln>
                  <a:noFill/>
                </a:ln>
                <a:solidFill>
                  <a:srgbClr val="000000"/>
                </a:solidFill>
                <a:effectLst/>
                <a:uLnTx/>
                <a:uFillTx/>
                <a:latin typeface="Arial Regular" charset="0"/>
                <a:ea typeface="MS PGothic" charset="0"/>
              </a:rPr>
              <a:pPr marL="0" marR="0" lvl="0" indent="0" algn="r" defTabSz="457200" rtl="0" eaLnBrk="1" fontAlgn="base" latinLnBrk="0" hangingPunct="1">
                <a:lnSpc>
                  <a:spcPct val="100000"/>
                </a:lnSpc>
                <a:spcBef>
                  <a:spcPct val="0"/>
                </a:spcBef>
                <a:spcAft>
                  <a:spcPct val="0"/>
                </a:spcAft>
                <a:buClrTx/>
                <a:buSzTx/>
                <a:buFontTx/>
                <a:buNone/>
                <a:defRPr/>
              </a:pPr>
              <a:t>12</a:t>
            </a:fld>
            <a:endParaRPr kumimoji="0" lang="en-US" sz="1000" b="0" i="0" u="none" strike="noStrike" kern="1200" cap="none" spc="0" normalizeH="0" baseline="0" noProof="0">
              <a:ln>
                <a:noFill/>
              </a:ln>
              <a:solidFill>
                <a:srgbClr val="000000"/>
              </a:solidFill>
              <a:effectLst/>
              <a:uLnTx/>
              <a:uFillTx/>
              <a:latin typeface="Arial Regular" charset="0"/>
              <a:ea typeface="MS PGothic" charset="0"/>
            </a:endParaRPr>
          </a:p>
        </p:txBody>
      </p:sp>
      <p:sp>
        <p:nvSpPr>
          <p:cNvPr id="10" name="Title 10">
            <a:extLst>
              <a:ext uri="{FF2B5EF4-FFF2-40B4-BE49-F238E27FC236}">
                <a16:creationId xmlns:a16="http://schemas.microsoft.com/office/drawing/2014/main" id="{8D0F772C-794A-311E-4254-F9B9059C035F}"/>
              </a:ext>
            </a:extLst>
          </p:cNvPr>
          <p:cNvSpPr>
            <a:spLocks noGrp="1"/>
          </p:cNvSpPr>
          <p:nvPr>
            <p:ph type="title"/>
          </p:nvPr>
        </p:nvSpPr>
        <p:spPr>
          <a:xfrm>
            <a:off x="227013" y="280846"/>
            <a:ext cx="8688387" cy="425592"/>
          </a:xfrm>
        </p:spPr>
        <p:txBody>
          <a:bodyPr/>
          <a:lstStyle/>
          <a:p>
            <a:pPr lvl="0"/>
            <a:r>
              <a:rPr lang="en-US" sz="1800" dirty="0"/>
              <a:t>9. Back-Testing: </a:t>
            </a:r>
            <a:br>
              <a:rPr lang="en-US" sz="1800" dirty="0"/>
            </a:br>
            <a:br>
              <a:rPr lang="en-US" sz="1800" dirty="0"/>
            </a:br>
            <a:br>
              <a:rPr lang="en-US" sz="1400" dirty="0">
                <a:solidFill>
                  <a:srgbClr val="FF0000"/>
                </a:solidFill>
              </a:rPr>
            </a:br>
            <a:endParaRPr lang="en-US" sz="1400" dirty="0">
              <a:solidFill>
                <a:srgbClr val="FF0000"/>
              </a:solidFill>
            </a:endParaRPr>
          </a:p>
        </p:txBody>
      </p:sp>
      <p:graphicFrame>
        <p:nvGraphicFramePr>
          <p:cNvPr id="4" name="Table 3">
            <a:extLst>
              <a:ext uri="{FF2B5EF4-FFF2-40B4-BE49-F238E27FC236}">
                <a16:creationId xmlns:a16="http://schemas.microsoft.com/office/drawing/2014/main" id="{F688B405-98C1-198A-1F98-62CC3BB54D37}"/>
              </a:ext>
            </a:extLst>
          </p:cNvPr>
          <p:cNvGraphicFramePr>
            <a:graphicFrameLocks noGrp="1"/>
          </p:cNvGraphicFramePr>
          <p:nvPr/>
        </p:nvGraphicFramePr>
        <p:xfrm>
          <a:off x="331419" y="2418696"/>
          <a:ext cx="8479571" cy="2629703"/>
        </p:xfrm>
        <a:graphic>
          <a:graphicData uri="http://schemas.openxmlformats.org/drawingml/2006/table">
            <a:tbl>
              <a:tblPr firstRow="1" firstCol="1" bandRow="1"/>
              <a:tblGrid>
                <a:gridCol w="2543099">
                  <a:extLst>
                    <a:ext uri="{9D8B030D-6E8A-4147-A177-3AD203B41FA5}">
                      <a16:colId xmlns:a16="http://schemas.microsoft.com/office/drawing/2014/main" val="1522208728"/>
                    </a:ext>
                  </a:extLst>
                </a:gridCol>
                <a:gridCol w="989412">
                  <a:extLst>
                    <a:ext uri="{9D8B030D-6E8A-4147-A177-3AD203B41FA5}">
                      <a16:colId xmlns:a16="http://schemas.microsoft.com/office/drawing/2014/main" val="2121051706"/>
                    </a:ext>
                  </a:extLst>
                </a:gridCol>
                <a:gridCol w="989412">
                  <a:extLst>
                    <a:ext uri="{9D8B030D-6E8A-4147-A177-3AD203B41FA5}">
                      <a16:colId xmlns:a16="http://schemas.microsoft.com/office/drawing/2014/main" val="1951836767"/>
                    </a:ext>
                  </a:extLst>
                </a:gridCol>
                <a:gridCol w="989412">
                  <a:extLst>
                    <a:ext uri="{9D8B030D-6E8A-4147-A177-3AD203B41FA5}">
                      <a16:colId xmlns:a16="http://schemas.microsoft.com/office/drawing/2014/main" val="1349498643"/>
                    </a:ext>
                  </a:extLst>
                </a:gridCol>
                <a:gridCol w="989412">
                  <a:extLst>
                    <a:ext uri="{9D8B030D-6E8A-4147-A177-3AD203B41FA5}">
                      <a16:colId xmlns:a16="http://schemas.microsoft.com/office/drawing/2014/main" val="3425944179"/>
                    </a:ext>
                  </a:extLst>
                </a:gridCol>
                <a:gridCol w="989412">
                  <a:extLst>
                    <a:ext uri="{9D8B030D-6E8A-4147-A177-3AD203B41FA5}">
                      <a16:colId xmlns:a16="http://schemas.microsoft.com/office/drawing/2014/main" val="2626429138"/>
                    </a:ext>
                  </a:extLst>
                </a:gridCol>
                <a:gridCol w="989412">
                  <a:extLst>
                    <a:ext uri="{9D8B030D-6E8A-4147-A177-3AD203B41FA5}">
                      <a16:colId xmlns:a16="http://schemas.microsoft.com/office/drawing/2014/main" val="4210828829"/>
                    </a:ext>
                  </a:extLst>
                </a:gridCol>
              </a:tblGrid>
              <a:tr h="318727">
                <a:tc gridSpan="7">
                  <a:txBody>
                    <a:bodyPr/>
                    <a:lstStyle/>
                    <a:p>
                      <a:pPr marL="0" marR="0" algn="ctr">
                        <a:lnSpc>
                          <a:spcPct val="115000"/>
                        </a:lnSpc>
                        <a:spcBef>
                          <a:spcPts val="0"/>
                        </a:spcBef>
                        <a:spcAft>
                          <a:spcPts val="0"/>
                        </a:spcAft>
                      </a:pPr>
                      <a:r>
                        <a:rPr lang="en-US" sz="1200" b="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Criteria Performance Metrics Summary by Review Periods</a:t>
                      </a:r>
                      <a:endParaRPr lang="en-US" sz="1500">
                        <a:effectLst/>
                        <a:latin typeface="Calibri" panose="020F0502020204030204" pitchFamily="34" charset="0"/>
                        <a:ea typeface="Calibri" panose="020F0502020204030204" pitchFamily="34" charset="0"/>
                        <a:cs typeface="Times New Roman" panose="02020603050405020304" pitchFamily="18" charset="0"/>
                      </a:endParaRPr>
                    </a:p>
                  </a:txBody>
                  <a:tcPr marL="95935" marR="95935" marT="47967" marB="4796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ECFF"/>
                    </a:solidFill>
                  </a:tcPr>
                </a:tc>
                <a:tc hMerge="1">
                  <a:txBody>
                    <a:bodyPr/>
                    <a:lstStyle/>
                    <a:p>
                      <a:endParaRPr lang="en-US"/>
                    </a:p>
                  </a:txBody>
                  <a:tcPr/>
                </a:tc>
                <a:tc hMerge="1">
                  <a:txBody>
                    <a:bodyPr/>
                    <a:lstStyle/>
                    <a:p>
                      <a:endParaRPr lang="en-US"/>
                    </a:p>
                  </a:txBody>
                  <a:tcPr/>
                </a:tc>
                <a:tc hMerge="1">
                  <a:txBody>
                    <a:bodyPr/>
                    <a:lstStyle/>
                    <a:p>
                      <a:endParaRPr lang="en-US"/>
                    </a:p>
                  </a:txBody>
                  <a:tcPr>
                    <a:lnL w="12700" cap="flat" cmpd="sng" algn="ctr">
                      <a:solidFill>
                        <a:srgbClr val="000000"/>
                      </a:solidFill>
                      <a:prstDash val="solid"/>
                      <a:round/>
                      <a:headEnd type="none" w="med" len="med"/>
                      <a:tailEnd type="none" w="med" len="med"/>
                    </a:ln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231625544"/>
                  </a:ext>
                </a:extLst>
              </a:tr>
              <a:tr h="318727">
                <a:tc>
                  <a:txBody>
                    <a:bodyPr/>
                    <a:lstStyle/>
                    <a:p>
                      <a:pPr marL="0" marR="0">
                        <a:lnSpc>
                          <a:spcPct val="115000"/>
                        </a:lnSpc>
                        <a:spcBef>
                          <a:spcPts val="0"/>
                        </a:spcBef>
                        <a:spcAft>
                          <a:spcPts val="0"/>
                        </a:spcAft>
                      </a:pPr>
                      <a:r>
                        <a:rPr lang="en-US" sz="12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Review Period</a:t>
                      </a:r>
                      <a:endParaRPr lang="en-US" sz="1500">
                        <a:effectLst/>
                        <a:latin typeface="Calibri" panose="020F0502020204030204" pitchFamily="34" charset="0"/>
                        <a:ea typeface="Calibri" panose="020F0502020204030204" pitchFamily="34" charset="0"/>
                        <a:cs typeface="Times New Roman" panose="02020603050405020304" pitchFamily="18" charset="0"/>
                      </a:endParaRPr>
                    </a:p>
                  </a:txBody>
                  <a:tcPr marL="96465" marR="9646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ECFF"/>
                    </a:solidFill>
                  </a:tcPr>
                </a:tc>
                <a:tc gridSpan="2">
                  <a:txBody>
                    <a:bodyPr/>
                    <a:lstStyle/>
                    <a:p>
                      <a:pPr marL="0" marR="0" algn="ctr">
                        <a:lnSpc>
                          <a:spcPct val="115000"/>
                        </a:lnSpc>
                        <a:spcBef>
                          <a:spcPts val="0"/>
                        </a:spcBef>
                        <a:spcAft>
                          <a:spcPts val="0"/>
                        </a:spcAft>
                      </a:pPr>
                      <a:r>
                        <a:rPr lang="en-US" sz="1200" b="1" dirty="0">
                          <a:effectLst/>
                          <a:latin typeface="Calibri" panose="020F0502020204030204" pitchFamily="34" charset="0"/>
                          <a:ea typeface="Times New Roman" panose="02020603050405020304" pitchFamily="18" charset="0"/>
                          <a:cs typeface="Times New Roman" panose="02020603050405020304" pitchFamily="18" charset="0"/>
                        </a:rPr>
                        <a:t>One Year</a:t>
                      </a:r>
                      <a:endParaRPr lang="en-US"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95935" marR="95935" marT="47967" marB="4796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US"/>
                    </a:p>
                  </a:txBody>
                  <a:tcPr/>
                </a:tc>
                <a:tc gridSpan="2">
                  <a:txBody>
                    <a:bodyPr/>
                    <a:lstStyle/>
                    <a:p>
                      <a:pPr marL="0" marR="0" algn="ctr">
                        <a:lnSpc>
                          <a:spcPct val="115000"/>
                        </a:lnSpc>
                        <a:spcBef>
                          <a:spcPts val="0"/>
                        </a:spcBef>
                        <a:spcAft>
                          <a:spcPts val="0"/>
                        </a:spcAft>
                      </a:pPr>
                      <a:r>
                        <a:rPr lang="en-US" sz="1200" b="1">
                          <a:effectLst/>
                          <a:latin typeface="Calibri" panose="020F0502020204030204" pitchFamily="34" charset="0"/>
                          <a:ea typeface="Times New Roman" panose="02020603050405020304" pitchFamily="18" charset="0"/>
                          <a:cs typeface="Times New Roman" panose="02020603050405020304" pitchFamily="18" charset="0"/>
                        </a:rPr>
                        <a:t>Three Year</a:t>
                      </a:r>
                      <a:endParaRPr lang="en-US" sz="1500">
                        <a:effectLst/>
                        <a:latin typeface="Calibri" panose="020F0502020204030204" pitchFamily="34" charset="0"/>
                        <a:ea typeface="Calibri" panose="020F0502020204030204" pitchFamily="34" charset="0"/>
                        <a:cs typeface="Times New Roman" panose="02020603050405020304" pitchFamily="18" charset="0"/>
                      </a:endParaRPr>
                    </a:p>
                  </a:txBody>
                  <a:tcPr marL="95935" marR="95935" marT="47967" marB="4796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B w="12700" cap="flat" cmpd="sng" algn="ctr">
                      <a:solidFill>
                        <a:srgbClr val="000000"/>
                      </a:solidFill>
                      <a:prstDash val="solid"/>
                      <a:round/>
                      <a:headEnd type="none" w="med" len="med"/>
                      <a:tailEnd type="none" w="med" len="med"/>
                    </a:lnB>
                    <a:noFill/>
                  </a:tcPr>
                </a:tc>
                <a:tc hMerge="1">
                  <a:txBody>
                    <a:bodyPr/>
                    <a:lstStyle/>
                    <a:p>
                      <a:endParaRPr lang="en-US"/>
                    </a:p>
                  </a:txBody>
                  <a:tcPr/>
                </a:tc>
                <a:tc gridSpan="2">
                  <a:txBody>
                    <a:bodyPr/>
                    <a:lstStyle/>
                    <a:p>
                      <a:pPr marL="0" marR="0" algn="ctr">
                        <a:lnSpc>
                          <a:spcPct val="115000"/>
                        </a:lnSpc>
                        <a:spcBef>
                          <a:spcPts val="0"/>
                        </a:spcBef>
                        <a:spcAft>
                          <a:spcPts val="0"/>
                        </a:spcAft>
                      </a:pPr>
                      <a:r>
                        <a:rPr lang="en-US" sz="1200" b="1">
                          <a:effectLst/>
                          <a:latin typeface="Calibri" panose="020F0502020204030204" pitchFamily="34" charset="0"/>
                          <a:ea typeface="Times New Roman" panose="02020603050405020304" pitchFamily="18" charset="0"/>
                          <a:cs typeface="Times New Roman" panose="02020603050405020304" pitchFamily="18" charset="0"/>
                        </a:rPr>
                        <a:t>Five Year</a:t>
                      </a:r>
                      <a:endParaRPr lang="en-US" sz="1500">
                        <a:effectLst/>
                        <a:latin typeface="Calibri" panose="020F0502020204030204" pitchFamily="34" charset="0"/>
                        <a:ea typeface="Calibri" panose="020F0502020204030204" pitchFamily="34" charset="0"/>
                        <a:cs typeface="Times New Roman" panose="02020603050405020304" pitchFamily="18" charset="0"/>
                      </a:endParaRPr>
                    </a:p>
                  </a:txBody>
                  <a:tcPr marL="95935" marR="95935" marT="47967" marB="4796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1747092685"/>
                  </a:ext>
                </a:extLst>
              </a:tr>
              <a:tr h="190404">
                <a:tc>
                  <a:txBody>
                    <a:bodyPr/>
                    <a:lstStyle/>
                    <a:p>
                      <a:pPr marL="0" marR="0">
                        <a:lnSpc>
                          <a:spcPct val="115000"/>
                        </a:lnSpc>
                        <a:spcBef>
                          <a:spcPts val="0"/>
                        </a:spcBef>
                        <a:spcAft>
                          <a:spcPts val="0"/>
                        </a:spcAft>
                      </a:pPr>
                      <a:r>
                        <a:rPr lang="en-US" sz="12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Dates chronologically, latest left</a:t>
                      </a:r>
                      <a:endParaRPr lang="en-US" sz="1500">
                        <a:effectLst/>
                        <a:latin typeface="Calibri" panose="020F0502020204030204" pitchFamily="34" charset="0"/>
                        <a:ea typeface="Calibri" panose="020F0502020204030204" pitchFamily="34" charset="0"/>
                        <a:cs typeface="Times New Roman" panose="02020603050405020304" pitchFamily="18" charset="0"/>
                      </a:endParaRPr>
                    </a:p>
                  </a:txBody>
                  <a:tcPr marL="96465" marR="9646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ECFF"/>
                    </a:solidFill>
                  </a:tcPr>
                </a:tc>
                <a:tc>
                  <a:txBody>
                    <a:bodyPr/>
                    <a:lstStyle/>
                    <a:p>
                      <a:pPr marL="0" marR="0" algn="ctr">
                        <a:lnSpc>
                          <a:spcPct val="115000"/>
                        </a:lnSpc>
                        <a:spcBef>
                          <a:spcPts val="0"/>
                        </a:spcBef>
                        <a:spcAft>
                          <a:spcPts val="0"/>
                        </a:spcAft>
                      </a:pPr>
                      <a:r>
                        <a:rPr lang="en-US" sz="1200" dirty="0">
                          <a:effectLst/>
                          <a:latin typeface="Calibri" panose="020F0502020204030204" pitchFamily="34" charset="0"/>
                          <a:ea typeface="Times New Roman" panose="02020603050405020304" pitchFamily="18" charset="0"/>
                          <a:cs typeface="Times New Roman" panose="02020603050405020304" pitchFamily="18" charset="0"/>
                        </a:rPr>
                        <a:t> 30SEP2025</a:t>
                      </a:r>
                      <a:endParaRPr lang="en-US"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96465" marR="9646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1200" dirty="0">
                          <a:effectLst/>
                          <a:latin typeface="Calibri" panose="020F0502020204030204" pitchFamily="34" charset="0"/>
                          <a:ea typeface="Times New Roman" panose="02020603050405020304" pitchFamily="18" charset="0"/>
                          <a:cs typeface="Times New Roman" panose="02020603050405020304" pitchFamily="18" charset="0"/>
                        </a:rPr>
                        <a:t>01OCT2024 </a:t>
                      </a:r>
                      <a:endParaRPr lang="en-US"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96465" marR="9646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lvl="0" indent="0" algn="ctr" defTabSz="457200" rtl="0" eaLnBrk="1" fontAlgn="auto" latinLnBrk="0" hangingPunct="1">
                        <a:lnSpc>
                          <a:spcPct val="115000"/>
                        </a:lnSpc>
                        <a:spcBef>
                          <a:spcPts val="0"/>
                        </a:spcBef>
                        <a:spcAft>
                          <a:spcPts val="0"/>
                        </a:spcAft>
                        <a:buClrTx/>
                        <a:buSzTx/>
                        <a:buFontTx/>
                        <a:buNone/>
                        <a:tabLst/>
                        <a:defRPr/>
                      </a:pPr>
                      <a:r>
                        <a:rPr lang="en-US" sz="1200" dirty="0">
                          <a:effectLst/>
                          <a:latin typeface="Calibri" panose="020F0502020204030204" pitchFamily="34" charset="0"/>
                          <a:ea typeface="Times New Roman" panose="02020603050405020304" pitchFamily="18" charset="0"/>
                          <a:cs typeface="Times New Roman" panose="02020603050405020304" pitchFamily="18" charset="0"/>
                        </a:rPr>
                        <a:t>  30SEP2025</a:t>
                      </a:r>
                      <a:endParaRPr lang="en-US"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96465" marR="9646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1200" dirty="0">
                          <a:effectLst/>
                          <a:latin typeface="Calibri" panose="020F0502020204030204" pitchFamily="34" charset="0"/>
                          <a:ea typeface="Times New Roman" panose="02020603050405020304" pitchFamily="18" charset="0"/>
                          <a:cs typeface="Times New Roman" panose="02020603050405020304" pitchFamily="18" charset="0"/>
                        </a:rPr>
                        <a:t> 01OCT2022</a:t>
                      </a:r>
                      <a:endParaRPr lang="en-US"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96465" marR="9646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lvl="0" indent="0" algn="ctr" defTabSz="457200" rtl="0" eaLnBrk="1" fontAlgn="auto" latinLnBrk="0" hangingPunct="1">
                        <a:lnSpc>
                          <a:spcPct val="115000"/>
                        </a:lnSpc>
                        <a:spcBef>
                          <a:spcPts val="0"/>
                        </a:spcBef>
                        <a:spcAft>
                          <a:spcPts val="0"/>
                        </a:spcAft>
                        <a:buClrTx/>
                        <a:buSzTx/>
                        <a:buFontTx/>
                        <a:buNone/>
                        <a:tabLst/>
                        <a:defRPr/>
                      </a:pPr>
                      <a:r>
                        <a:rPr lang="en-US" sz="1200" dirty="0">
                          <a:effectLst/>
                          <a:latin typeface="Calibri" panose="020F0502020204030204" pitchFamily="34" charset="0"/>
                          <a:ea typeface="Times New Roman" panose="02020603050405020304" pitchFamily="18" charset="0"/>
                          <a:cs typeface="Times New Roman" panose="02020603050405020304" pitchFamily="18" charset="0"/>
                        </a:rPr>
                        <a:t> 30SEP2025 </a:t>
                      </a:r>
                      <a:endParaRPr lang="en-US"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96465" marR="9646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1200" dirty="0">
                          <a:effectLst/>
                          <a:latin typeface="Calibri" panose="020F0502020204030204" pitchFamily="34" charset="0"/>
                          <a:ea typeface="Times New Roman" panose="02020603050405020304" pitchFamily="18" charset="0"/>
                          <a:cs typeface="Times New Roman" panose="02020603050405020304" pitchFamily="18" charset="0"/>
                        </a:rPr>
                        <a:t> 01OCT2020</a:t>
                      </a:r>
                      <a:endParaRPr lang="en-US"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96465" marR="9646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64277592"/>
                  </a:ext>
                </a:extLst>
              </a:tr>
              <a:tr h="190404">
                <a:tc>
                  <a:txBody>
                    <a:bodyPr/>
                    <a:lstStyle/>
                    <a:p>
                      <a:pPr marL="0" marR="0">
                        <a:lnSpc>
                          <a:spcPct val="115000"/>
                        </a:lnSpc>
                        <a:spcBef>
                          <a:spcPts val="0"/>
                        </a:spcBef>
                        <a:spcAft>
                          <a:spcPts val="0"/>
                        </a:spcAft>
                      </a:pPr>
                      <a:r>
                        <a:rPr lang="en-US" sz="12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of Ratings by date </a:t>
                      </a:r>
                      <a:endParaRPr lang="en-US" sz="1500">
                        <a:effectLst/>
                        <a:latin typeface="Calibri" panose="020F0502020204030204" pitchFamily="34" charset="0"/>
                        <a:ea typeface="Calibri" panose="020F0502020204030204" pitchFamily="34" charset="0"/>
                        <a:cs typeface="Times New Roman" panose="02020603050405020304" pitchFamily="18" charset="0"/>
                      </a:endParaRPr>
                    </a:p>
                  </a:txBody>
                  <a:tcPr marL="96465" marR="9646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ECFF"/>
                    </a:solidFill>
                  </a:tcPr>
                </a:tc>
                <a:tc>
                  <a:txBody>
                    <a:bodyPr/>
                    <a:lstStyle/>
                    <a:p>
                      <a:pPr marL="0" marR="0" algn="ctr" defTabSz="457200" rtl="0" eaLnBrk="1" latinLnBrk="0" hangingPunct="1">
                        <a:lnSpc>
                          <a:spcPct val="115000"/>
                        </a:lnSpc>
                        <a:spcBef>
                          <a:spcPts val="0"/>
                        </a:spcBef>
                        <a:spcAft>
                          <a:spcPts val="0"/>
                        </a:spcAft>
                        <a:buNone/>
                      </a:pPr>
                      <a:r>
                        <a:rPr lang="en-US" sz="1200" kern="1200"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505</a:t>
                      </a:r>
                      <a:endParaRPr lang="en-US" sz="1200" kern="1200" dirty="0">
                        <a:solidFill>
                          <a:schemeClr val="tx1"/>
                        </a:solidFill>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defTabSz="457200" rtl="0" eaLnBrk="1" latinLnBrk="0" hangingPunct="1">
                        <a:lnSpc>
                          <a:spcPct val="115000"/>
                        </a:lnSpc>
                        <a:spcBef>
                          <a:spcPts val="0"/>
                        </a:spcBef>
                        <a:spcAft>
                          <a:spcPts val="0"/>
                        </a:spcAft>
                        <a:buNone/>
                      </a:pPr>
                      <a:r>
                        <a:rPr lang="en-US" sz="1200" kern="1200"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521</a:t>
                      </a:r>
                      <a:endParaRPr lang="en-US" sz="1200" kern="1200" dirty="0">
                        <a:solidFill>
                          <a:schemeClr val="tx1"/>
                        </a:solidFill>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defTabSz="457200" rtl="0" eaLnBrk="1" latinLnBrk="0" hangingPunct="1">
                        <a:lnSpc>
                          <a:spcPct val="115000"/>
                        </a:lnSpc>
                        <a:spcBef>
                          <a:spcPts val="0"/>
                        </a:spcBef>
                        <a:spcAft>
                          <a:spcPts val="0"/>
                        </a:spcAft>
                        <a:buNone/>
                      </a:pPr>
                      <a:r>
                        <a:rPr lang="en-US" sz="1200" kern="120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505</a:t>
                      </a:r>
                      <a:endParaRPr lang="en-US" sz="1200" kern="1200">
                        <a:solidFill>
                          <a:schemeClr val="tx1"/>
                        </a:solidFill>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defTabSz="457200" rtl="0" eaLnBrk="1" latinLnBrk="0" hangingPunct="1">
                        <a:lnSpc>
                          <a:spcPct val="115000"/>
                        </a:lnSpc>
                        <a:spcBef>
                          <a:spcPts val="0"/>
                        </a:spcBef>
                        <a:spcAft>
                          <a:spcPts val="0"/>
                        </a:spcAft>
                        <a:buNone/>
                      </a:pPr>
                      <a:r>
                        <a:rPr lang="en-US" sz="1200" kern="120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519</a:t>
                      </a:r>
                      <a:endParaRPr lang="en-US" sz="1200" kern="1200">
                        <a:solidFill>
                          <a:schemeClr val="tx1"/>
                        </a:solidFill>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defTabSz="457200" rtl="0" eaLnBrk="1" latinLnBrk="0" hangingPunct="1">
                        <a:lnSpc>
                          <a:spcPct val="115000"/>
                        </a:lnSpc>
                        <a:spcBef>
                          <a:spcPts val="0"/>
                        </a:spcBef>
                        <a:spcAft>
                          <a:spcPts val="0"/>
                        </a:spcAft>
                        <a:buNone/>
                      </a:pPr>
                      <a:r>
                        <a:rPr lang="en-US" sz="1200" kern="120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505</a:t>
                      </a:r>
                      <a:endParaRPr lang="en-US" sz="1200" kern="1200">
                        <a:solidFill>
                          <a:schemeClr val="tx1"/>
                        </a:solidFill>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defTabSz="457200" rtl="0" eaLnBrk="1" latinLnBrk="0" hangingPunct="1">
                        <a:lnSpc>
                          <a:spcPct val="115000"/>
                        </a:lnSpc>
                        <a:spcBef>
                          <a:spcPts val="0"/>
                        </a:spcBef>
                        <a:spcAft>
                          <a:spcPts val="0"/>
                        </a:spcAft>
                        <a:buNone/>
                      </a:pPr>
                      <a:r>
                        <a:rPr lang="en-US" sz="1200" kern="120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525</a:t>
                      </a:r>
                      <a:endParaRPr lang="en-US" sz="1200" kern="1200">
                        <a:solidFill>
                          <a:schemeClr val="tx1"/>
                        </a:solidFill>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11335848"/>
                  </a:ext>
                </a:extLst>
              </a:tr>
              <a:tr h="190404">
                <a:tc>
                  <a:txBody>
                    <a:bodyPr/>
                    <a:lstStyle/>
                    <a:p>
                      <a:pPr marL="0" marR="0">
                        <a:lnSpc>
                          <a:spcPct val="115000"/>
                        </a:lnSpc>
                        <a:spcBef>
                          <a:spcPts val="0"/>
                        </a:spcBef>
                        <a:spcAft>
                          <a:spcPts val="0"/>
                        </a:spcAft>
                      </a:pPr>
                      <a:r>
                        <a:rPr lang="en-US" sz="12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Median Rating by date</a:t>
                      </a:r>
                      <a:endParaRPr lang="en-US" sz="1500">
                        <a:effectLst/>
                        <a:latin typeface="Calibri" panose="020F0502020204030204" pitchFamily="34" charset="0"/>
                        <a:ea typeface="Calibri" panose="020F0502020204030204" pitchFamily="34" charset="0"/>
                        <a:cs typeface="Times New Roman" panose="02020603050405020304" pitchFamily="18" charset="0"/>
                      </a:endParaRPr>
                    </a:p>
                  </a:txBody>
                  <a:tcPr marL="96465" marR="9646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ECFF"/>
                    </a:solidFill>
                  </a:tcPr>
                </a:tc>
                <a:tc>
                  <a:txBody>
                    <a:bodyPr/>
                    <a:lstStyle/>
                    <a:p>
                      <a:pPr marL="0" marR="0" algn="ctr" defTabSz="457200" rtl="0" eaLnBrk="1" latinLnBrk="0" hangingPunct="1">
                        <a:lnSpc>
                          <a:spcPct val="115000"/>
                        </a:lnSpc>
                        <a:spcBef>
                          <a:spcPts val="0"/>
                        </a:spcBef>
                        <a:spcAft>
                          <a:spcPts val="0"/>
                        </a:spcAft>
                        <a:buNone/>
                      </a:pPr>
                      <a:r>
                        <a:rPr lang="en-US" sz="1200" kern="120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A-</a:t>
                      </a:r>
                      <a:endParaRPr lang="en-US" sz="1200" kern="1200">
                        <a:solidFill>
                          <a:schemeClr val="tx1"/>
                        </a:solidFill>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defTabSz="457200" rtl="0" eaLnBrk="1" latinLnBrk="0" hangingPunct="1">
                        <a:lnSpc>
                          <a:spcPct val="115000"/>
                        </a:lnSpc>
                        <a:spcBef>
                          <a:spcPts val="0"/>
                        </a:spcBef>
                        <a:spcAft>
                          <a:spcPts val="0"/>
                        </a:spcAft>
                        <a:buNone/>
                      </a:pPr>
                      <a:r>
                        <a:rPr lang="en-US" sz="1200" kern="120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A-</a:t>
                      </a:r>
                      <a:endParaRPr lang="en-US" sz="1200" kern="1200">
                        <a:solidFill>
                          <a:schemeClr val="tx1"/>
                        </a:solidFill>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defTabSz="457200" rtl="0" eaLnBrk="1" latinLnBrk="0" hangingPunct="1">
                        <a:lnSpc>
                          <a:spcPct val="115000"/>
                        </a:lnSpc>
                        <a:spcBef>
                          <a:spcPts val="0"/>
                        </a:spcBef>
                        <a:spcAft>
                          <a:spcPts val="0"/>
                        </a:spcAft>
                        <a:buNone/>
                      </a:pPr>
                      <a:r>
                        <a:rPr lang="en-US" sz="1200" kern="1200"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A-</a:t>
                      </a:r>
                      <a:endParaRPr lang="en-US" sz="1200" kern="1200" dirty="0">
                        <a:solidFill>
                          <a:schemeClr val="tx1"/>
                        </a:solidFill>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defTabSz="457200" rtl="0" eaLnBrk="1" latinLnBrk="0" hangingPunct="1">
                        <a:lnSpc>
                          <a:spcPct val="115000"/>
                        </a:lnSpc>
                        <a:spcBef>
                          <a:spcPts val="0"/>
                        </a:spcBef>
                        <a:spcAft>
                          <a:spcPts val="0"/>
                        </a:spcAft>
                        <a:buNone/>
                      </a:pPr>
                      <a:r>
                        <a:rPr lang="en-US" sz="1200" kern="1200"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A-</a:t>
                      </a:r>
                      <a:endParaRPr lang="en-US" sz="1200" kern="1200" dirty="0">
                        <a:solidFill>
                          <a:schemeClr val="tx1"/>
                        </a:solidFill>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defTabSz="457200" rtl="0" eaLnBrk="1" latinLnBrk="0" hangingPunct="1">
                        <a:lnSpc>
                          <a:spcPct val="115000"/>
                        </a:lnSpc>
                        <a:spcBef>
                          <a:spcPts val="0"/>
                        </a:spcBef>
                        <a:spcAft>
                          <a:spcPts val="0"/>
                        </a:spcAft>
                        <a:buNone/>
                      </a:pPr>
                      <a:r>
                        <a:rPr lang="en-US" sz="1200" kern="1200"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A-</a:t>
                      </a:r>
                      <a:endParaRPr lang="en-US" sz="1200" kern="1200" dirty="0">
                        <a:solidFill>
                          <a:schemeClr val="tx1"/>
                        </a:solidFill>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defTabSz="457200" rtl="0" eaLnBrk="1" latinLnBrk="0" hangingPunct="1">
                        <a:lnSpc>
                          <a:spcPct val="115000"/>
                        </a:lnSpc>
                        <a:spcBef>
                          <a:spcPts val="0"/>
                        </a:spcBef>
                        <a:spcAft>
                          <a:spcPts val="0"/>
                        </a:spcAft>
                        <a:buNone/>
                      </a:pPr>
                      <a:r>
                        <a:rPr lang="en-US" sz="1200" kern="1200"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A-</a:t>
                      </a:r>
                      <a:endParaRPr lang="en-US" sz="1200" kern="1200" dirty="0">
                        <a:solidFill>
                          <a:schemeClr val="tx1"/>
                        </a:solidFill>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19000420"/>
                  </a:ext>
                </a:extLst>
              </a:tr>
              <a:tr h="392667">
                <a:tc>
                  <a:txBody>
                    <a:bodyPr/>
                    <a:lstStyle/>
                    <a:p>
                      <a:pPr marL="0" marR="0">
                        <a:lnSpc>
                          <a:spcPct val="115000"/>
                        </a:lnSpc>
                        <a:spcBef>
                          <a:spcPts val="0"/>
                        </a:spcBef>
                        <a:spcAft>
                          <a:spcPts val="0"/>
                        </a:spcAft>
                      </a:pPr>
                      <a:r>
                        <a:rPr lang="en-US" sz="12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of Exceptions to Credit Stability, by End-of-Period</a:t>
                      </a:r>
                      <a:endParaRPr lang="en-US" sz="1500">
                        <a:effectLst/>
                        <a:latin typeface="Calibri" panose="020F0502020204030204" pitchFamily="34" charset="0"/>
                        <a:ea typeface="Calibri" panose="020F0502020204030204" pitchFamily="34" charset="0"/>
                        <a:cs typeface="Times New Roman" panose="02020603050405020304" pitchFamily="18" charset="0"/>
                      </a:endParaRPr>
                    </a:p>
                  </a:txBody>
                  <a:tcPr marL="96465" marR="9646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ECFF"/>
                    </a:solidFill>
                  </a:tcPr>
                </a:tc>
                <a:tc gridSpan="2">
                  <a:txBody>
                    <a:bodyPr/>
                    <a:lstStyle/>
                    <a:p>
                      <a:pPr marL="0" marR="0" algn="ctr">
                        <a:lnSpc>
                          <a:spcPct val="115000"/>
                        </a:lnSpc>
                        <a:spcBef>
                          <a:spcPts val="0"/>
                        </a:spcBef>
                        <a:spcAft>
                          <a:spcPts val="0"/>
                        </a:spcAft>
                      </a:pPr>
                      <a:r>
                        <a:rPr lang="en-US" sz="1500" dirty="0">
                          <a:effectLst/>
                          <a:latin typeface="Calibri" panose="020F0502020204030204" pitchFamily="34" charset="0"/>
                          <a:ea typeface="Calibri" panose="020F0502020204030204" pitchFamily="34" charset="0"/>
                          <a:cs typeface="Times New Roman" panose="02020603050405020304" pitchFamily="18" charset="0"/>
                        </a:rPr>
                        <a:t>0</a:t>
                      </a:r>
                    </a:p>
                  </a:txBody>
                  <a:tcPr marL="95935" marR="95935" marT="47967" marB="4796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US"/>
                    </a:p>
                  </a:txBody>
                  <a:tcPr/>
                </a:tc>
                <a:tc gridSpan="2">
                  <a:txBody>
                    <a:bodyPr/>
                    <a:lstStyle/>
                    <a:p>
                      <a:pPr marL="0" marR="0" algn="ctr">
                        <a:lnSpc>
                          <a:spcPct val="115000"/>
                        </a:lnSpc>
                        <a:spcBef>
                          <a:spcPts val="0"/>
                        </a:spcBef>
                        <a:spcAft>
                          <a:spcPts val="0"/>
                        </a:spcAft>
                      </a:pPr>
                      <a:r>
                        <a:rPr lang="en-US" sz="1200">
                          <a:effectLst/>
                          <a:latin typeface="Calibri" panose="020F0502020204030204" pitchFamily="34" charset="0"/>
                          <a:ea typeface="Times New Roman" panose="02020603050405020304" pitchFamily="18" charset="0"/>
                          <a:cs typeface="Times New Roman" panose="02020603050405020304" pitchFamily="18" charset="0"/>
                        </a:rPr>
                        <a:t>0</a:t>
                      </a:r>
                      <a:endParaRPr lang="en-US" sz="1500">
                        <a:effectLst/>
                        <a:latin typeface="Calibri" panose="020F0502020204030204" pitchFamily="34" charset="0"/>
                        <a:ea typeface="Calibri" panose="020F0502020204030204" pitchFamily="34" charset="0"/>
                        <a:cs typeface="Times New Roman" panose="02020603050405020304" pitchFamily="18" charset="0"/>
                      </a:endParaRPr>
                    </a:p>
                  </a:txBody>
                  <a:tcPr marL="95935" marR="95935" marT="47967" marB="4796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US"/>
                    </a:p>
                  </a:txBody>
                  <a:tcPr/>
                </a:tc>
                <a:tc gridSpan="2">
                  <a:txBody>
                    <a:bodyPr/>
                    <a:lstStyle/>
                    <a:p>
                      <a:pPr marL="0" marR="0" algn="ctr">
                        <a:lnSpc>
                          <a:spcPct val="115000"/>
                        </a:lnSpc>
                        <a:spcBef>
                          <a:spcPts val="0"/>
                        </a:spcBef>
                        <a:spcAft>
                          <a:spcPts val="0"/>
                        </a:spcAft>
                      </a:pPr>
                      <a:r>
                        <a:rPr lang="en-US" sz="1200">
                          <a:effectLst/>
                          <a:latin typeface="Calibri" panose="020F0502020204030204" pitchFamily="34" charset="0"/>
                          <a:ea typeface="Times New Roman" panose="02020603050405020304" pitchFamily="18" charset="0"/>
                          <a:cs typeface="Times New Roman" panose="02020603050405020304" pitchFamily="18" charset="0"/>
                        </a:rPr>
                        <a:t>N.A.</a:t>
                      </a:r>
                      <a:endParaRPr lang="en-US" sz="1500">
                        <a:effectLst/>
                        <a:latin typeface="Calibri" panose="020F0502020204030204" pitchFamily="34" charset="0"/>
                        <a:ea typeface="Calibri" panose="020F0502020204030204" pitchFamily="34" charset="0"/>
                        <a:cs typeface="Times New Roman" panose="02020603050405020304" pitchFamily="18" charset="0"/>
                      </a:endParaRPr>
                    </a:p>
                  </a:txBody>
                  <a:tcPr marL="95935" marR="95935" marT="47967" marB="4796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US"/>
                    </a:p>
                  </a:txBody>
                  <a:tcPr/>
                </a:tc>
                <a:extLst>
                  <a:ext uri="{0D108BD9-81ED-4DB2-BD59-A6C34878D82A}">
                    <a16:rowId xmlns:a16="http://schemas.microsoft.com/office/drawing/2014/main" val="1077330038"/>
                  </a:ext>
                </a:extLst>
              </a:tr>
              <a:tr h="195081">
                <a:tc>
                  <a:txBody>
                    <a:bodyPr/>
                    <a:lstStyle/>
                    <a:p>
                      <a:pPr marL="0" marR="0">
                        <a:lnSpc>
                          <a:spcPct val="115000"/>
                        </a:lnSpc>
                        <a:spcBef>
                          <a:spcPts val="0"/>
                        </a:spcBef>
                        <a:spcAft>
                          <a:spcPts val="0"/>
                        </a:spcAft>
                      </a:pPr>
                      <a:r>
                        <a:rPr lang="en-US" sz="1200" b="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a:t>
                      </a:r>
                      <a:endParaRPr lang="en-US" sz="1500">
                        <a:effectLst/>
                        <a:latin typeface="Calibri" panose="020F0502020204030204" pitchFamily="34" charset="0"/>
                        <a:ea typeface="Calibri" panose="020F0502020204030204" pitchFamily="34" charset="0"/>
                        <a:cs typeface="Times New Roman" panose="02020603050405020304" pitchFamily="18" charset="0"/>
                      </a:endParaRPr>
                    </a:p>
                  </a:txBody>
                  <a:tcPr marL="96465" marR="9646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ECFF"/>
                    </a:solidFill>
                  </a:tcPr>
                </a:tc>
                <a:tc>
                  <a:txBody>
                    <a:bodyPr/>
                    <a:lstStyle/>
                    <a:p>
                      <a:pPr marL="0" marR="0" algn="ctr">
                        <a:lnSpc>
                          <a:spcPct val="115000"/>
                        </a:lnSpc>
                        <a:spcBef>
                          <a:spcPts val="0"/>
                        </a:spcBef>
                        <a:spcAft>
                          <a:spcPts val="0"/>
                        </a:spcAft>
                      </a:pPr>
                      <a:r>
                        <a:rPr lang="en-US" sz="1200" b="1"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Value</a:t>
                      </a:r>
                      <a:endParaRPr lang="en-US"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96465" marR="9646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ECFF"/>
                    </a:solidFill>
                  </a:tcPr>
                </a:tc>
                <a:tc>
                  <a:txBody>
                    <a:bodyPr/>
                    <a:lstStyle/>
                    <a:p>
                      <a:pPr marL="0" marR="0" algn="ctr">
                        <a:lnSpc>
                          <a:spcPct val="115000"/>
                        </a:lnSpc>
                        <a:spcBef>
                          <a:spcPts val="0"/>
                        </a:spcBef>
                        <a:spcAft>
                          <a:spcPts val="0"/>
                        </a:spcAft>
                      </a:pPr>
                      <a:r>
                        <a:rPr lang="en-US" sz="1200" b="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Threshold</a:t>
                      </a:r>
                      <a:endParaRPr lang="en-US" sz="1500">
                        <a:effectLst/>
                        <a:latin typeface="Calibri" panose="020F0502020204030204" pitchFamily="34" charset="0"/>
                        <a:ea typeface="Calibri" panose="020F0502020204030204" pitchFamily="34" charset="0"/>
                        <a:cs typeface="Times New Roman" panose="02020603050405020304" pitchFamily="18" charset="0"/>
                      </a:endParaRPr>
                    </a:p>
                  </a:txBody>
                  <a:tcPr marL="96465" marR="9646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ECFF"/>
                    </a:solidFill>
                  </a:tcPr>
                </a:tc>
                <a:tc>
                  <a:txBody>
                    <a:bodyPr/>
                    <a:lstStyle/>
                    <a:p>
                      <a:pPr marL="0" marR="0" algn="ctr">
                        <a:lnSpc>
                          <a:spcPct val="115000"/>
                        </a:lnSpc>
                        <a:spcBef>
                          <a:spcPts val="0"/>
                        </a:spcBef>
                        <a:spcAft>
                          <a:spcPts val="0"/>
                        </a:spcAft>
                      </a:pPr>
                      <a:r>
                        <a:rPr lang="en-US" sz="1200" b="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Value</a:t>
                      </a:r>
                      <a:endParaRPr lang="en-US" sz="1500">
                        <a:effectLst/>
                        <a:latin typeface="Calibri" panose="020F0502020204030204" pitchFamily="34" charset="0"/>
                        <a:ea typeface="Calibri" panose="020F0502020204030204" pitchFamily="34" charset="0"/>
                        <a:cs typeface="Times New Roman" panose="02020603050405020304" pitchFamily="18" charset="0"/>
                      </a:endParaRPr>
                    </a:p>
                  </a:txBody>
                  <a:tcPr marL="96465" marR="9646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ECFF"/>
                    </a:solidFill>
                  </a:tcPr>
                </a:tc>
                <a:tc>
                  <a:txBody>
                    <a:bodyPr/>
                    <a:lstStyle/>
                    <a:p>
                      <a:pPr marL="0" marR="0" algn="ctr">
                        <a:lnSpc>
                          <a:spcPct val="115000"/>
                        </a:lnSpc>
                        <a:spcBef>
                          <a:spcPts val="0"/>
                        </a:spcBef>
                        <a:spcAft>
                          <a:spcPts val="0"/>
                        </a:spcAft>
                      </a:pPr>
                      <a:r>
                        <a:rPr lang="en-US" sz="1200" b="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Threshold</a:t>
                      </a:r>
                      <a:endParaRPr lang="en-US" sz="1500">
                        <a:effectLst/>
                        <a:latin typeface="Calibri" panose="020F0502020204030204" pitchFamily="34" charset="0"/>
                        <a:ea typeface="Calibri" panose="020F0502020204030204" pitchFamily="34" charset="0"/>
                        <a:cs typeface="Times New Roman" panose="02020603050405020304" pitchFamily="18" charset="0"/>
                      </a:endParaRPr>
                    </a:p>
                  </a:txBody>
                  <a:tcPr marL="96465" marR="9646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ECFF"/>
                    </a:solidFill>
                  </a:tcPr>
                </a:tc>
                <a:tc>
                  <a:txBody>
                    <a:bodyPr/>
                    <a:lstStyle/>
                    <a:p>
                      <a:pPr marL="0" marR="0" algn="ctr">
                        <a:lnSpc>
                          <a:spcPct val="115000"/>
                        </a:lnSpc>
                        <a:spcBef>
                          <a:spcPts val="0"/>
                        </a:spcBef>
                        <a:spcAft>
                          <a:spcPts val="0"/>
                        </a:spcAft>
                      </a:pPr>
                      <a:r>
                        <a:rPr lang="en-US" sz="1200" b="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Value</a:t>
                      </a:r>
                      <a:endParaRPr lang="en-US" sz="1500">
                        <a:effectLst/>
                        <a:latin typeface="Calibri" panose="020F0502020204030204" pitchFamily="34" charset="0"/>
                        <a:ea typeface="Calibri" panose="020F0502020204030204" pitchFamily="34" charset="0"/>
                        <a:cs typeface="Times New Roman" panose="02020603050405020304" pitchFamily="18" charset="0"/>
                      </a:endParaRPr>
                    </a:p>
                  </a:txBody>
                  <a:tcPr marL="96465" marR="9646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ECFF"/>
                    </a:solidFill>
                  </a:tcPr>
                </a:tc>
                <a:tc>
                  <a:txBody>
                    <a:bodyPr/>
                    <a:lstStyle/>
                    <a:p>
                      <a:pPr marL="0" marR="0" algn="ctr">
                        <a:lnSpc>
                          <a:spcPct val="115000"/>
                        </a:lnSpc>
                        <a:spcBef>
                          <a:spcPts val="0"/>
                        </a:spcBef>
                        <a:spcAft>
                          <a:spcPts val="0"/>
                        </a:spcAft>
                      </a:pPr>
                      <a:r>
                        <a:rPr lang="en-US" sz="1200" b="1">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Threshold</a:t>
                      </a:r>
                      <a:endParaRPr lang="en-US" sz="1500">
                        <a:effectLst/>
                        <a:latin typeface="Calibri" panose="020F0502020204030204" pitchFamily="34" charset="0"/>
                        <a:ea typeface="Calibri" panose="020F0502020204030204" pitchFamily="34" charset="0"/>
                        <a:cs typeface="Times New Roman" panose="02020603050405020304" pitchFamily="18" charset="0"/>
                      </a:endParaRPr>
                    </a:p>
                  </a:txBody>
                  <a:tcPr marL="96465" marR="9646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ECFF"/>
                    </a:solidFill>
                  </a:tcPr>
                </a:tc>
                <a:extLst>
                  <a:ext uri="{0D108BD9-81ED-4DB2-BD59-A6C34878D82A}">
                    <a16:rowId xmlns:a16="http://schemas.microsoft.com/office/drawing/2014/main" val="713114060"/>
                  </a:ext>
                </a:extLst>
              </a:tr>
              <a:tr h="190404">
                <a:tc>
                  <a:txBody>
                    <a:bodyPr/>
                    <a:lstStyle/>
                    <a:p>
                      <a:pPr marL="0" marR="0">
                        <a:lnSpc>
                          <a:spcPct val="115000"/>
                        </a:lnSpc>
                        <a:spcBef>
                          <a:spcPts val="0"/>
                        </a:spcBef>
                        <a:spcAft>
                          <a:spcPts val="0"/>
                        </a:spcAft>
                      </a:pPr>
                      <a:r>
                        <a:rPr lang="en-US" sz="12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Gini Coefficient</a:t>
                      </a:r>
                      <a:endParaRPr lang="en-US" sz="1500">
                        <a:effectLst/>
                        <a:latin typeface="Calibri" panose="020F0502020204030204" pitchFamily="34" charset="0"/>
                        <a:ea typeface="Calibri" panose="020F0502020204030204" pitchFamily="34" charset="0"/>
                        <a:cs typeface="Times New Roman" panose="02020603050405020304" pitchFamily="18" charset="0"/>
                      </a:endParaRPr>
                    </a:p>
                  </a:txBody>
                  <a:tcPr marL="96465" marR="9646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ECFF"/>
                    </a:solidFill>
                  </a:tcPr>
                </a:tc>
                <a:tc>
                  <a:txBody>
                    <a:bodyPr/>
                    <a:lstStyle/>
                    <a:p>
                      <a:pPr marL="0" marR="0" algn="ctr" defTabSz="457200" rtl="0" eaLnBrk="1" latinLnBrk="0" hangingPunct="1">
                        <a:lnSpc>
                          <a:spcPct val="115000"/>
                        </a:lnSpc>
                        <a:spcBef>
                          <a:spcPts val="0"/>
                        </a:spcBef>
                        <a:spcAft>
                          <a:spcPts val="0"/>
                        </a:spcAft>
                        <a:buNone/>
                      </a:pPr>
                      <a:r>
                        <a:rPr lang="en-US" sz="1200" kern="1200" dirty="0">
                          <a:solidFill>
                            <a:schemeClr val="tx1"/>
                          </a:solidFill>
                          <a:effectLst/>
                          <a:latin typeface="Calibri" panose="020F0502020204030204" pitchFamily="34" charset="0"/>
                          <a:ea typeface="SimSun" panose="02010600030101010101" pitchFamily="2" charset="-122"/>
                          <a:cs typeface="Times New Roman" panose="02020603050405020304" pitchFamily="18" charset="0"/>
                        </a:rPr>
                        <a:t>N.A.</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defTabSz="457200" rtl="0" eaLnBrk="1" latinLnBrk="0" hangingPunct="1">
                        <a:lnSpc>
                          <a:spcPct val="115000"/>
                        </a:lnSpc>
                        <a:spcBef>
                          <a:spcPts val="0"/>
                        </a:spcBef>
                        <a:spcAft>
                          <a:spcPts val="0"/>
                        </a:spcAft>
                        <a:buNone/>
                      </a:pPr>
                      <a:r>
                        <a:rPr lang="en-US" sz="1200" kern="1200"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&gt;65%</a:t>
                      </a:r>
                      <a:endParaRPr lang="en-US" sz="1200" kern="1200" dirty="0">
                        <a:solidFill>
                          <a:schemeClr val="tx1"/>
                        </a:solidFill>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defTabSz="457200" rtl="0" eaLnBrk="1" latinLnBrk="0" hangingPunct="1">
                        <a:lnSpc>
                          <a:spcPct val="115000"/>
                        </a:lnSpc>
                        <a:spcBef>
                          <a:spcPts val="0"/>
                        </a:spcBef>
                        <a:spcAft>
                          <a:spcPts val="0"/>
                        </a:spcAft>
                        <a:buNone/>
                      </a:pPr>
                      <a:r>
                        <a:rPr lang="en-US" sz="1200" kern="1200" dirty="0">
                          <a:solidFill>
                            <a:schemeClr val="tx1"/>
                          </a:solidFill>
                          <a:effectLst/>
                          <a:latin typeface="Calibri" panose="020F0502020204030204" pitchFamily="34" charset="0"/>
                          <a:ea typeface="SimSun" panose="02010600030101010101" pitchFamily="2" charset="-122"/>
                          <a:cs typeface="Times New Roman" panose="02020603050405020304" pitchFamily="18" charset="0"/>
                        </a:rPr>
                        <a:t>N.A.</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defTabSz="457200" rtl="0" eaLnBrk="1" latinLnBrk="0" hangingPunct="1">
                        <a:lnSpc>
                          <a:spcPct val="115000"/>
                        </a:lnSpc>
                        <a:spcBef>
                          <a:spcPts val="0"/>
                        </a:spcBef>
                        <a:spcAft>
                          <a:spcPts val="0"/>
                        </a:spcAft>
                        <a:buNone/>
                      </a:pPr>
                      <a:r>
                        <a:rPr lang="en-US" sz="1200" kern="1200"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&gt;55%</a:t>
                      </a:r>
                      <a:endParaRPr lang="en-US" sz="1200" kern="1200" dirty="0">
                        <a:solidFill>
                          <a:schemeClr val="tx1"/>
                        </a:solidFill>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defTabSz="457200" rtl="0" eaLnBrk="1" latinLnBrk="0" hangingPunct="1">
                        <a:lnSpc>
                          <a:spcPct val="115000"/>
                        </a:lnSpc>
                        <a:spcBef>
                          <a:spcPts val="0"/>
                        </a:spcBef>
                        <a:spcAft>
                          <a:spcPts val="0"/>
                        </a:spcAft>
                        <a:buNone/>
                      </a:pPr>
                      <a:r>
                        <a:rPr lang="en-US" sz="1200" kern="1200" dirty="0">
                          <a:solidFill>
                            <a:schemeClr val="tx1"/>
                          </a:solidFill>
                          <a:effectLst/>
                          <a:latin typeface="Calibri" panose="020F0502020204030204" pitchFamily="34" charset="0"/>
                          <a:ea typeface="SimSun" panose="02010600030101010101" pitchFamily="2" charset="-122"/>
                          <a:cs typeface="Times New Roman" panose="02020603050405020304" pitchFamily="18" charset="0"/>
                        </a:rPr>
                        <a:t>N.A.</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defTabSz="457200" rtl="0" eaLnBrk="1" latinLnBrk="0" hangingPunct="1">
                        <a:lnSpc>
                          <a:spcPct val="115000"/>
                        </a:lnSpc>
                        <a:spcBef>
                          <a:spcPts val="0"/>
                        </a:spcBef>
                        <a:spcAft>
                          <a:spcPts val="0"/>
                        </a:spcAft>
                        <a:buNone/>
                      </a:pPr>
                      <a:r>
                        <a:rPr lang="en-US" sz="1200" kern="120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&gt;50%</a:t>
                      </a:r>
                      <a:endParaRPr lang="en-US" sz="1200" kern="1200">
                        <a:solidFill>
                          <a:schemeClr val="tx1"/>
                        </a:solidFill>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14746786"/>
                  </a:ext>
                </a:extLst>
              </a:tr>
              <a:tr h="190404">
                <a:tc>
                  <a:txBody>
                    <a:bodyPr/>
                    <a:lstStyle/>
                    <a:p>
                      <a:pPr marL="0" marR="0">
                        <a:lnSpc>
                          <a:spcPct val="115000"/>
                        </a:lnSpc>
                        <a:spcBef>
                          <a:spcPts val="0"/>
                        </a:spcBef>
                        <a:spcAft>
                          <a:spcPts val="0"/>
                        </a:spcAft>
                      </a:pPr>
                      <a:r>
                        <a:rPr lang="en-US" sz="12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Population Stability Index (PSI)</a:t>
                      </a:r>
                      <a:endParaRPr lang="en-US" sz="1500">
                        <a:effectLst/>
                        <a:latin typeface="Calibri" panose="020F0502020204030204" pitchFamily="34" charset="0"/>
                        <a:ea typeface="Calibri" panose="020F0502020204030204" pitchFamily="34" charset="0"/>
                        <a:cs typeface="Times New Roman" panose="02020603050405020304" pitchFamily="18" charset="0"/>
                      </a:endParaRPr>
                    </a:p>
                  </a:txBody>
                  <a:tcPr marL="96465" marR="9646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ECFF"/>
                    </a:solidFill>
                  </a:tcPr>
                </a:tc>
                <a:tc>
                  <a:txBody>
                    <a:bodyPr/>
                    <a:lstStyle/>
                    <a:p>
                      <a:pPr marL="0" marR="0" algn="ctr" defTabSz="457200" rtl="0" eaLnBrk="1" latinLnBrk="0" hangingPunct="1">
                        <a:lnSpc>
                          <a:spcPct val="115000"/>
                        </a:lnSpc>
                        <a:spcBef>
                          <a:spcPts val="0"/>
                        </a:spcBef>
                        <a:spcAft>
                          <a:spcPts val="0"/>
                        </a:spcAft>
                        <a:buNone/>
                      </a:pPr>
                      <a:r>
                        <a:rPr lang="en-US" sz="1200" kern="120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0</a:t>
                      </a:r>
                      <a:endParaRPr lang="en-US" sz="1200" kern="1200">
                        <a:solidFill>
                          <a:schemeClr val="tx1"/>
                        </a:solidFill>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defTabSz="457200" rtl="0" eaLnBrk="1" latinLnBrk="0" hangingPunct="1">
                        <a:lnSpc>
                          <a:spcPct val="115000"/>
                        </a:lnSpc>
                        <a:spcBef>
                          <a:spcPts val="0"/>
                        </a:spcBef>
                        <a:spcAft>
                          <a:spcPts val="0"/>
                        </a:spcAft>
                        <a:buNone/>
                      </a:pPr>
                      <a:r>
                        <a:rPr lang="en-US" sz="1200" kern="120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&lt;0.15</a:t>
                      </a:r>
                      <a:endParaRPr lang="en-US" sz="1200" kern="1200">
                        <a:solidFill>
                          <a:schemeClr val="tx1"/>
                        </a:solidFill>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defTabSz="457200" rtl="0" eaLnBrk="1" latinLnBrk="0" hangingPunct="1">
                        <a:lnSpc>
                          <a:spcPct val="115000"/>
                        </a:lnSpc>
                        <a:spcBef>
                          <a:spcPts val="0"/>
                        </a:spcBef>
                        <a:spcAft>
                          <a:spcPts val="0"/>
                        </a:spcAft>
                        <a:buNone/>
                      </a:pPr>
                      <a:r>
                        <a:rPr lang="en-US" sz="1200" kern="120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0.01</a:t>
                      </a:r>
                      <a:endParaRPr lang="en-US" sz="1200" kern="1200">
                        <a:solidFill>
                          <a:schemeClr val="tx1"/>
                        </a:solidFill>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defTabSz="457200" rtl="0" eaLnBrk="1" latinLnBrk="0" hangingPunct="1">
                        <a:lnSpc>
                          <a:spcPct val="115000"/>
                        </a:lnSpc>
                        <a:spcBef>
                          <a:spcPts val="0"/>
                        </a:spcBef>
                        <a:spcAft>
                          <a:spcPts val="0"/>
                        </a:spcAft>
                        <a:buNone/>
                      </a:pPr>
                      <a:r>
                        <a:rPr lang="en-US" sz="1200" kern="1200"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&lt;0.62</a:t>
                      </a:r>
                      <a:endParaRPr lang="en-US" sz="1200" kern="1200" dirty="0">
                        <a:solidFill>
                          <a:schemeClr val="tx1"/>
                        </a:solidFill>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defTabSz="457200" rtl="0" eaLnBrk="1" latinLnBrk="0" hangingPunct="1">
                        <a:lnSpc>
                          <a:spcPct val="115000"/>
                        </a:lnSpc>
                        <a:spcBef>
                          <a:spcPts val="0"/>
                        </a:spcBef>
                        <a:spcAft>
                          <a:spcPts val="0"/>
                        </a:spcAft>
                        <a:buNone/>
                      </a:pPr>
                      <a:r>
                        <a:rPr lang="en-US" sz="1200" kern="1200"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0.04</a:t>
                      </a:r>
                      <a:endParaRPr lang="en-US" sz="1200" kern="1200" dirty="0">
                        <a:solidFill>
                          <a:schemeClr val="tx1"/>
                        </a:solidFill>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defTabSz="457200" rtl="0" eaLnBrk="1" latinLnBrk="0" hangingPunct="1">
                        <a:lnSpc>
                          <a:spcPct val="115000"/>
                        </a:lnSpc>
                        <a:spcBef>
                          <a:spcPts val="0"/>
                        </a:spcBef>
                        <a:spcAft>
                          <a:spcPts val="0"/>
                        </a:spcAft>
                        <a:buNone/>
                      </a:pPr>
                      <a:r>
                        <a:rPr lang="en-US" sz="1200" kern="1200"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&lt;1.03</a:t>
                      </a:r>
                      <a:endParaRPr lang="en-US" sz="1200" kern="1200" dirty="0">
                        <a:solidFill>
                          <a:schemeClr val="tx1"/>
                        </a:solidFill>
                        <a:effectLst/>
                        <a:latin typeface="Calibri" panose="020F0502020204030204" pitchFamily="34" charset="0"/>
                        <a:ea typeface="SimSun" panose="02010600030101010101" pitchFamily="2" charset="-122"/>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23806589"/>
                  </a:ext>
                </a:extLst>
              </a:tr>
              <a:tr h="190404">
                <a:tc>
                  <a:txBody>
                    <a:bodyPr/>
                    <a:lstStyle/>
                    <a:p>
                      <a:pPr marL="0" marR="0">
                        <a:lnSpc>
                          <a:spcPct val="115000"/>
                        </a:lnSpc>
                        <a:spcBef>
                          <a:spcPts val="0"/>
                        </a:spcBef>
                        <a:spcAft>
                          <a:spcPts val="0"/>
                        </a:spcAft>
                      </a:pPr>
                      <a:r>
                        <a:rPr lang="en-US" sz="12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Exceptions to Credit Stability (ECS %)</a:t>
                      </a:r>
                      <a:endParaRPr lang="en-US" sz="1500">
                        <a:effectLst/>
                        <a:latin typeface="Calibri" panose="020F0502020204030204" pitchFamily="34" charset="0"/>
                        <a:ea typeface="Calibri" panose="020F0502020204030204" pitchFamily="34" charset="0"/>
                        <a:cs typeface="Times New Roman" panose="02020603050405020304" pitchFamily="18" charset="0"/>
                      </a:endParaRPr>
                    </a:p>
                  </a:txBody>
                  <a:tcPr marL="96465" marR="9646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ECFF"/>
                    </a:solidFill>
                  </a:tcPr>
                </a:tc>
                <a:tc>
                  <a:txBody>
                    <a:bodyPr/>
                    <a:lstStyle/>
                    <a:p>
                      <a:pPr marL="0" marR="0" algn="ctr">
                        <a:lnSpc>
                          <a:spcPct val="115000"/>
                        </a:lnSpc>
                        <a:spcBef>
                          <a:spcPts val="0"/>
                        </a:spcBef>
                        <a:spcAft>
                          <a:spcPts val="0"/>
                        </a:spcAft>
                      </a:pPr>
                      <a:r>
                        <a:rPr lang="en-US" sz="1200" dirty="0">
                          <a:effectLst/>
                          <a:latin typeface="Calibri" panose="020F0502020204030204" pitchFamily="34" charset="0"/>
                          <a:ea typeface="Times New Roman" panose="02020603050405020304" pitchFamily="18" charset="0"/>
                          <a:cs typeface="Times New Roman" panose="02020603050405020304" pitchFamily="18" charset="0"/>
                        </a:rPr>
                        <a:t>0</a:t>
                      </a:r>
                      <a:endParaRPr lang="en-US"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96465" marR="9646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1200">
                          <a:effectLst/>
                          <a:latin typeface="Calibri" panose="020F0502020204030204" pitchFamily="34" charset="0"/>
                          <a:ea typeface="Times New Roman" panose="02020603050405020304" pitchFamily="18" charset="0"/>
                          <a:cs typeface="Times New Roman" panose="02020603050405020304" pitchFamily="18" charset="0"/>
                        </a:rPr>
                        <a:t>&lt;3%</a:t>
                      </a:r>
                      <a:endParaRPr lang="en-US" sz="1500">
                        <a:effectLst/>
                        <a:latin typeface="Calibri" panose="020F0502020204030204" pitchFamily="34" charset="0"/>
                        <a:ea typeface="Calibri" panose="020F0502020204030204" pitchFamily="34" charset="0"/>
                        <a:cs typeface="Times New Roman" panose="02020603050405020304" pitchFamily="18" charset="0"/>
                      </a:endParaRPr>
                    </a:p>
                  </a:txBody>
                  <a:tcPr marL="96465" marR="9646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1200" dirty="0">
                          <a:effectLst/>
                          <a:latin typeface="Calibri" panose="020F0502020204030204" pitchFamily="34" charset="0"/>
                          <a:ea typeface="Times New Roman" panose="02020603050405020304" pitchFamily="18" charset="0"/>
                          <a:cs typeface="Times New Roman" panose="02020603050405020304" pitchFamily="18" charset="0"/>
                        </a:rPr>
                        <a:t>0</a:t>
                      </a:r>
                      <a:endParaRPr lang="en-US"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96465" marR="9646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1200" dirty="0">
                          <a:effectLst/>
                          <a:latin typeface="Calibri" panose="020F0502020204030204" pitchFamily="34" charset="0"/>
                          <a:ea typeface="Times New Roman" panose="02020603050405020304" pitchFamily="18" charset="0"/>
                          <a:cs typeface="Times New Roman" panose="02020603050405020304" pitchFamily="18" charset="0"/>
                        </a:rPr>
                        <a:t> &lt;4%</a:t>
                      </a:r>
                      <a:endParaRPr lang="en-US"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96465" marR="9646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1200" dirty="0">
                          <a:effectLst/>
                          <a:latin typeface="Calibri" panose="020F0502020204030204" pitchFamily="34" charset="0"/>
                          <a:ea typeface="Times New Roman" panose="02020603050405020304" pitchFamily="18" charset="0"/>
                          <a:cs typeface="Times New Roman" panose="02020603050405020304" pitchFamily="18" charset="0"/>
                        </a:rPr>
                        <a:t>N.A.</a:t>
                      </a:r>
                      <a:endParaRPr lang="en-US"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96465" marR="9646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1200" dirty="0">
                          <a:effectLst/>
                          <a:latin typeface="Calibri" panose="020F0502020204030204" pitchFamily="34" charset="0"/>
                          <a:ea typeface="Times New Roman" panose="02020603050405020304" pitchFamily="18" charset="0"/>
                          <a:cs typeface="Times New Roman" panose="02020603050405020304" pitchFamily="18" charset="0"/>
                        </a:rPr>
                        <a:t>N.A. </a:t>
                      </a:r>
                      <a:endParaRPr lang="en-US"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96465" marR="9646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40105984"/>
                  </a:ext>
                </a:extLst>
              </a:tr>
              <a:tr h="190404">
                <a:tc>
                  <a:txBody>
                    <a:bodyPr/>
                    <a:lstStyle/>
                    <a:p>
                      <a:pPr marL="0" marR="0">
                        <a:lnSpc>
                          <a:spcPct val="115000"/>
                        </a:lnSpc>
                        <a:spcBef>
                          <a:spcPts val="0"/>
                        </a:spcBef>
                        <a:spcAft>
                          <a:spcPts val="0"/>
                        </a:spcAft>
                      </a:pPr>
                      <a:r>
                        <a:rPr lang="en-US" sz="120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Binomial Tests - Stress</a:t>
                      </a:r>
                      <a:endParaRPr lang="en-US" sz="1500">
                        <a:effectLst/>
                        <a:latin typeface="Calibri" panose="020F0502020204030204" pitchFamily="34" charset="0"/>
                        <a:ea typeface="Calibri" panose="020F0502020204030204" pitchFamily="34" charset="0"/>
                        <a:cs typeface="Times New Roman" panose="02020603050405020304" pitchFamily="18" charset="0"/>
                      </a:endParaRPr>
                    </a:p>
                  </a:txBody>
                  <a:tcPr marL="96465" marR="9646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ECFF"/>
                    </a:solidFill>
                  </a:tcPr>
                </a:tc>
                <a:tc>
                  <a:txBody>
                    <a:bodyPr/>
                    <a:lstStyle/>
                    <a:p>
                      <a:pPr marL="0" marR="0" algn="ctr">
                        <a:lnSpc>
                          <a:spcPct val="115000"/>
                        </a:lnSpc>
                        <a:spcBef>
                          <a:spcPts val="0"/>
                        </a:spcBef>
                        <a:spcAft>
                          <a:spcPts val="0"/>
                        </a:spcAft>
                      </a:pPr>
                      <a:r>
                        <a:rPr lang="en-US" sz="1200">
                          <a:effectLst/>
                          <a:latin typeface="Calibri" panose="020F0502020204030204" pitchFamily="34" charset="0"/>
                          <a:ea typeface="Times New Roman" panose="02020603050405020304" pitchFamily="18" charset="0"/>
                          <a:cs typeface="Times New Roman" panose="02020603050405020304" pitchFamily="18" charset="0"/>
                        </a:rPr>
                        <a:t>0</a:t>
                      </a:r>
                      <a:endParaRPr lang="en-US" sz="1500">
                        <a:effectLst/>
                        <a:latin typeface="Calibri" panose="020F0502020204030204" pitchFamily="34" charset="0"/>
                        <a:ea typeface="Calibri" panose="020F0502020204030204" pitchFamily="34" charset="0"/>
                        <a:cs typeface="Times New Roman" panose="02020603050405020304" pitchFamily="18" charset="0"/>
                      </a:endParaRPr>
                    </a:p>
                  </a:txBody>
                  <a:tcPr marL="96465" marR="9646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1200" dirty="0">
                          <a:effectLst/>
                          <a:latin typeface="Calibri" panose="020F0502020204030204" pitchFamily="34" charset="0"/>
                          <a:ea typeface="Times New Roman" panose="02020603050405020304" pitchFamily="18" charset="0"/>
                          <a:cs typeface="Times New Roman" panose="02020603050405020304" pitchFamily="18" charset="0"/>
                        </a:rPr>
                        <a:t>&lt;2</a:t>
                      </a:r>
                      <a:endParaRPr lang="en-US"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96465" marR="9646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1200" dirty="0">
                          <a:effectLst/>
                          <a:latin typeface="Calibri" panose="020F0502020204030204" pitchFamily="34" charset="0"/>
                          <a:ea typeface="Times New Roman" panose="02020603050405020304" pitchFamily="18" charset="0"/>
                          <a:cs typeface="Times New Roman" panose="02020603050405020304" pitchFamily="18" charset="0"/>
                        </a:rPr>
                        <a:t>0</a:t>
                      </a:r>
                      <a:endParaRPr lang="en-US"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96465" marR="9646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1200" dirty="0">
                          <a:effectLst/>
                          <a:latin typeface="Calibri" panose="020F0502020204030204" pitchFamily="34" charset="0"/>
                          <a:ea typeface="Times New Roman" panose="02020603050405020304" pitchFamily="18" charset="0"/>
                          <a:cs typeface="Times New Roman" panose="02020603050405020304" pitchFamily="18" charset="0"/>
                        </a:rPr>
                        <a:t>&lt;2</a:t>
                      </a:r>
                      <a:endParaRPr lang="en-US"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96465" marR="9646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1200" dirty="0">
                          <a:effectLst/>
                          <a:latin typeface="Calibri" panose="020F0502020204030204" pitchFamily="34" charset="0"/>
                          <a:ea typeface="Times New Roman" panose="02020603050405020304" pitchFamily="18" charset="0"/>
                          <a:cs typeface="Times New Roman" panose="02020603050405020304" pitchFamily="18" charset="0"/>
                        </a:rPr>
                        <a:t>0</a:t>
                      </a:r>
                      <a:endParaRPr lang="en-US"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96465" marR="9646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algn="ctr">
                        <a:lnSpc>
                          <a:spcPct val="115000"/>
                        </a:lnSpc>
                        <a:spcBef>
                          <a:spcPts val="0"/>
                        </a:spcBef>
                        <a:spcAft>
                          <a:spcPts val="0"/>
                        </a:spcAft>
                      </a:pPr>
                      <a:r>
                        <a:rPr lang="en-US" sz="1200" dirty="0">
                          <a:effectLst/>
                          <a:latin typeface="Calibri" panose="020F0502020204030204" pitchFamily="34" charset="0"/>
                          <a:ea typeface="Times New Roman" panose="02020603050405020304" pitchFamily="18" charset="0"/>
                          <a:cs typeface="Times New Roman" panose="02020603050405020304" pitchFamily="18" charset="0"/>
                        </a:rPr>
                        <a:t>&lt;2</a:t>
                      </a:r>
                      <a:endParaRPr lang="en-US"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96465" marR="9646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47248517"/>
                  </a:ext>
                </a:extLst>
              </a:tr>
            </a:tbl>
          </a:graphicData>
        </a:graphic>
      </p:graphicFrame>
    </p:spTree>
    <p:extLst>
      <p:ext uri="{BB962C8B-B14F-4D97-AF65-F5344CB8AC3E}">
        <p14:creationId xmlns:p14="http://schemas.microsoft.com/office/powerpoint/2010/main" val="41760583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a:xfrm>
            <a:off x="227806" y="648482"/>
            <a:ext cx="8688387" cy="5912574"/>
          </a:xfrm>
        </p:spPr>
        <p:txBody>
          <a:bodyPr vert="horz" lIns="0" tIns="0" rIns="0" bIns="0" rtlCol="0" anchor="t">
            <a:noAutofit/>
          </a:bodyPr>
          <a:lstStyle/>
          <a:p>
            <a:pPr marL="457200" indent="-457200">
              <a:spcBef>
                <a:spcPct val="0"/>
              </a:spcBef>
              <a:buAutoNum type="arabicPeriod"/>
            </a:pPr>
            <a:r>
              <a:rPr lang="en-GB" sz="1400" dirty="0"/>
              <a:t>Validation Team:</a:t>
            </a:r>
          </a:p>
          <a:p>
            <a:pPr marL="628650" lvl="1" indent="-171450">
              <a:spcBef>
                <a:spcPct val="0"/>
              </a:spcBef>
              <a:spcAft>
                <a:spcPct val="0"/>
              </a:spcAft>
              <a:buFont typeface="Arial" pitchFamily="34" charset="0"/>
              <a:buChar char="•"/>
            </a:pPr>
            <a:r>
              <a:rPr lang="en-US" sz="1400" b="0" dirty="0"/>
              <a:t>Lead Validator: Qianwen Xing</a:t>
            </a:r>
          </a:p>
          <a:p>
            <a:pPr marL="628650" lvl="1" indent="-171450">
              <a:spcBef>
                <a:spcPct val="0"/>
              </a:spcBef>
              <a:spcAft>
                <a:spcPct val="0"/>
              </a:spcAft>
              <a:buFont typeface="Arial" pitchFamily="34" charset="0"/>
              <a:buChar char="•"/>
            </a:pPr>
            <a:r>
              <a:rPr lang="en-US" sz="1400" b="0" dirty="0"/>
              <a:t>Designated Approver: Yushu Hu</a:t>
            </a:r>
          </a:p>
          <a:p>
            <a:pPr marL="457200" indent="-457200">
              <a:spcBef>
                <a:spcPct val="0"/>
              </a:spcBef>
              <a:buAutoNum type="arabicPeriod"/>
            </a:pPr>
            <a:endParaRPr lang="en-US" sz="1400" dirty="0"/>
          </a:p>
          <a:p>
            <a:pPr marL="457200" indent="-457200">
              <a:spcBef>
                <a:spcPct val="0"/>
              </a:spcBef>
              <a:buAutoNum type="arabicPeriod"/>
            </a:pPr>
            <a:r>
              <a:rPr lang="en-US" sz="1400" b="1" dirty="0">
                <a:latin typeface="Arial"/>
                <a:ea typeface="MS PGothic"/>
                <a:cs typeface="Arial"/>
              </a:rPr>
              <a:t>Summary of Validation Fieldwork: </a:t>
            </a:r>
            <a:endParaRPr lang="en-US" sz="1400" dirty="0">
              <a:ea typeface="MS PGothic"/>
            </a:endParaRPr>
          </a:p>
          <a:p>
            <a:pPr marL="457200" lvl="1" indent="0">
              <a:spcBef>
                <a:spcPct val="0"/>
              </a:spcBef>
              <a:buNone/>
            </a:pPr>
            <a:r>
              <a:rPr lang="en-US" sz="1400" b="0" dirty="0"/>
              <a:t>During the model change validation (from 30JUN2025 to 24OCT2025), AQV reviewed the Model’s implementation, the updated model documentation (including Model Information Document, Model Development and Implementation Document, Testing Report), the applicable Criteria, and the relevant back-testing analysis/report. </a:t>
            </a:r>
          </a:p>
          <a:p>
            <a:pPr marL="457200" lvl="1" indent="0">
              <a:spcBef>
                <a:spcPct val="0"/>
              </a:spcBef>
              <a:buNone/>
            </a:pPr>
            <a:endParaRPr lang="en-US" sz="1400" b="0" dirty="0"/>
          </a:p>
          <a:p>
            <a:pPr marL="457200" lvl="1" indent="0">
              <a:spcBef>
                <a:spcPct val="0"/>
              </a:spcBef>
              <a:buNone/>
            </a:pPr>
            <a:r>
              <a:rPr lang="en-US" sz="1400" b="0" dirty="0"/>
              <a:t>AQV issued two comments due to: a) the model’s implementation issue related to the omission of the “No SACP” scenario for deriving the potential ICR with government support; and, b) the lack of providing certain model documentation including Model Information Document (MID), change logs, etc. at the beginning of the validation. The Model Owner revised the Model file and provided documents during the fieldwork. Based on AQV’s review of the updated model file/documents before the issuance of this report, both comments were marked as Resolved.</a:t>
            </a:r>
          </a:p>
          <a:p>
            <a:pPr marL="628650" lvl="1" indent="-171450">
              <a:spcBef>
                <a:spcPct val="0"/>
              </a:spcBef>
              <a:buFont typeface="Arial" pitchFamily="34" charset="0"/>
              <a:buChar char="•"/>
            </a:pPr>
            <a:endParaRPr lang="en-US" sz="1400" b="0" dirty="0">
              <a:highlight>
                <a:srgbClr val="FFFF00"/>
              </a:highlight>
              <a:latin typeface="Arial" pitchFamily="34" charset="0"/>
              <a:cs typeface="Arial" pitchFamily="34" charset="0"/>
            </a:endParaRPr>
          </a:p>
          <a:p>
            <a:pPr marL="457200" indent="-457200">
              <a:spcBef>
                <a:spcPct val="0"/>
              </a:spcBef>
              <a:buAutoNum type="arabicPeriod"/>
            </a:pPr>
            <a:r>
              <a:rPr lang="en-GB" sz="1400" dirty="0"/>
              <a:t>Comments/Findings:</a:t>
            </a:r>
          </a:p>
          <a:p>
            <a:pPr marL="457200" lvl="1" indent="0">
              <a:spcBef>
                <a:spcPct val="0"/>
              </a:spcBef>
              <a:buNone/>
            </a:pPr>
            <a:r>
              <a:rPr lang="en-US" sz="1400" b="0" dirty="0"/>
              <a:t>AQV did not identify any Comments/Findings. </a:t>
            </a:r>
          </a:p>
          <a:p>
            <a:pPr marL="457200" lvl="1" indent="0">
              <a:spcBef>
                <a:spcPct val="0"/>
              </a:spcBef>
              <a:buNone/>
            </a:pPr>
            <a:endParaRPr lang="en-US" sz="1400" b="0" dirty="0">
              <a:ea typeface="MS PGothic"/>
            </a:endParaRPr>
          </a:p>
          <a:p>
            <a:pPr marL="457200" indent="-457200">
              <a:spcBef>
                <a:spcPct val="0"/>
              </a:spcBef>
              <a:buAutoNum type="arabicPeriod"/>
            </a:pPr>
            <a:r>
              <a:rPr lang="en-US" sz="1400" dirty="0">
                <a:latin typeface="Arial"/>
                <a:ea typeface="MS PGothic"/>
                <a:cs typeface="Arial"/>
              </a:rPr>
              <a:t>AQV’s overall assessment of the model is Satisfactory.</a:t>
            </a:r>
            <a:r>
              <a:rPr lang="en-US" sz="1400" b="0" dirty="0">
                <a:latin typeface="Arial"/>
                <a:ea typeface="MS PGothic"/>
                <a:cs typeface="Arial"/>
              </a:rPr>
              <a:t> </a:t>
            </a:r>
          </a:p>
          <a:p>
            <a:pPr marL="457200" indent="-457200">
              <a:spcBef>
                <a:spcPct val="0"/>
              </a:spcBef>
              <a:buAutoNum type="arabicPeriod"/>
            </a:pPr>
            <a:endParaRPr lang="en-US" sz="1400" b="0" dirty="0">
              <a:ea typeface="MS PGothic"/>
            </a:endParaRPr>
          </a:p>
          <a:p>
            <a:pPr marL="457200" indent="-457200">
              <a:spcBef>
                <a:spcPct val="0"/>
              </a:spcBef>
              <a:buAutoNum type="arabicPeriod"/>
            </a:pPr>
            <a:r>
              <a:rPr lang="en-US" sz="1400" b="1" dirty="0">
                <a:latin typeface="Arial"/>
                <a:ea typeface="MS PGothic"/>
                <a:cs typeface="Arial"/>
              </a:rPr>
              <a:t>All the necessary documents and files for model development, governance and validation have been appropriately stored in the Model Repository (MDTS). </a:t>
            </a:r>
          </a:p>
          <a:p>
            <a:pPr>
              <a:spcBef>
                <a:spcPct val="0"/>
              </a:spcBef>
            </a:pPr>
            <a:endParaRPr lang="en-US" sz="1400" b="0" dirty="0">
              <a:solidFill>
                <a:srgbClr val="FF0000"/>
              </a:solidFill>
              <a:highlight>
                <a:srgbClr val="FFFF00"/>
              </a:highlight>
            </a:endParaRPr>
          </a:p>
        </p:txBody>
      </p:sp>
      <p:sp>
        <p:nvSpPr>
          <p:cNvPr id="3" name="Footer Placeholder 2"/>
          <p:cNvSpPr>
            <a:spLocks noGrp="1"/>
          </p:cNvSpPr>
          <p:nvPr>
            <p:ph type="ftr" sz="quarter" idx="15"/>
          </p:nvPr>
        </p:nvSpPr>
        <p:spPr/>
        <p:txBody>
          <a:bodyPr/>
          <a:lstStyle/>
          <a:p>
            <a:r>
              <a:rPr lang="en-US"/>
              <a:t>Private &amp; Confidential</a:t>
            </a:r>
          </a:p>
        </p:txBody>
      </p:sp>
      <p:sp>
        <p:nvSpPr>
          <p:cNvPr id="4" name="Slide Number Placeholder 3"/>
          <p:cNvSpPr>
            <a:spLocks noGrp="1"/>
          </p:cNvSpPr>
          <p:nvPr>
            <p:ph type="sldNum" sz="quarter" idx="16"/>
          </p:nvPr>
        </p:nvSpPr>
        <p:spPr/>
        <p:txBody>
          <a:bodyPr/>
          <a:lstStyle/>
          <a:p>
            <a:fld id="{146682E1-A610-4FB0-BCC6-241ABE41C99B}" type="slidenum">
              <a:rPr lang="en-US" smtClean="0"/>
              <a:t>13</a:t>
            </a:fld>
            <a:endParaRPr lang="en-US"/>
          </a:p>
        </p:txBody>
      </p:sp>
      <p:sp>
        <p:nvSpPr>
          <p:cNvPr id="5" name="Title 4"/>
          <p:cNvSpPr>
            <a:spLocks noGrp="1"/>
          </p:cNvSpPr>
          <p:nvPr>
            <p:ph type="title"/>
          </p:nvPr>
        </p:nvSpPr>
        <p:spPr>
          <a:xfrm>
            <a:off x="317352" y="217144"/>
            <a:ext cx="8119382" cy="427434"/>
          </a:xfrm>
        </p:spPr>
        <p:txBody>
          <a:bodyPr/>
          <a:lstStyle/>
          <a:p>
            <a:r>
              <a:rPr lang="en-US" sz="1800" dirty="0"/>
              <a:t>10. Model Validation Summary</a:t>
            </a:r>
          </a:p>
        </p:txBody>
      </p:sp>
    </p:spTree>
    <p:extLst>
      <p:ext uri="{BB962C8B-B14F-4D97-AF65-F5344CB8AC3E}">
        <p14:creationId xmlns:p14="http://schemas.microsoft.com/office/powerpoint/2010/main" val="590010204"/>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p:txBody>
          <a:bodyPr vert="horz" lIns="0" tIns="0" rIns="0" bIns="0" rtlCol="0" anchor="t">
            <a:noAutofit/>
          </a:bodyPr>
          <a:lstStyle/>
          <a:p>
            <a:pPr marL="457200" indent="-457200">
              <a:buAutoNum type="arabicPeriod"/>
            </a:pPr>
            <a:r>
              <a:rPr lang="en-GB" sz="1400" dirty="0"/>
              <a:t>Is this a new Model or material change to a Model? </a:t>
            </a:r>
            <a:r>
              <a:rPr lang="en-GB" sz="1400" b="0" dirty="0"/>
              <a:t>Material change</a:t>
            </a:r>
          </a:p>
          <a:p>
            <a:pPr marL="457200" indent="-457200">
              <a:buAutoNum type="arabicPeriod"/>
            </a:pPr>
            <a:endParaRPr lang="en-US" sz="1400"/>
          </a:p>
          <a:p>
            <a:pPr marL="457200" indent="-457200">
              <a:buAutoNum type="arabicPeriod"/>
            </a:pPr>
            <a:r>
              <a:rPr lang="en-US" sz="1400" dirty="0">
                <a:solidFill>
                  <a:srgbClr val="000000"/>
                </a:solidFill>
              </a:rPr>
              <a:t>Is training required? </a:t>
            </a:r>
            <a:r>
              <a:rPr lang="en-US" sz="1400" b="0" dirty="0">
                <a:solidFill>
                  <a:srgbClr val="000000"/>
                </a:solidFill>
              </a:rPr>
              <a:t>Yes</a:t>
            </a:r>
          </a:p>
          <a:p>
            <a:pPr marL="457200" indent="-457200">
              <a:buAutoNum type="arabicPeriod"/>
            </a:pPr>
            <a:endParaRPr lang="en-US" sz="1400"/>
          </a:p>
          <a:p>
            <a:pPr marL="457200" indent="-457200">
              <a:buAutoNum type="arabicPeriod"/>
            </a:pPr>
            <a:r>
              <a:rPr lang="en-US" sz="1400" dirty="0"/>
              <a:t>Has training been completed?  </a:t>
            </a:r>
            <a:r>
              <a:rPr lang="en-US" sz="1400" b="0" dirty="0"/>
              <a:t>No*</a:t>
            </a:r>
            <a:endParaRPr lang="en-US" sz="1400" b="0" dirty="0">
              <a:solidFill>
                <a:srgbClr val="000000"/>
              </a:solidFill>
              <a:highlight>
                <a:srgbClr val="FFFF00"/>
              </a:highlight>
            </a:endParaRPr>
          </a:p>
          <a:p>
            <a:pPr marL="457200" indent="-457200">
              <a:buAutoNum type="arabicPeriod"/>
            </a:pPr>
            <a:endParaRPr lang="en-US" sz="1400">
              <a:solidFill>
                <a:srgbClr val="000000"/>
              </a:solidFill>
              <a:highlight>
                <a:srgbClr val="FFFF00"/>
              </a:highlight>
            </a:endParaRPr>
          </a:p>
          <a:p>
            <a:pPr marL="457200" indent="-457200">
              <a:buAutoNum type="arabicPeriod"/>
            </a:pPr>
            <a:r>
              <a:rPr lang="en-US" sz="1400" dirty="0"/>
              <a:t>Date of completed Model training. </a:t>
            </a:r>
            <a:r>
              <a:rPr lang="en-US" sz="1400" b="0" dirty="0"/>
              <a:t>N/A*</a:t>
            </a:r>
          </a:p>
          <a:p>
            <a:pPr marL="457200" indent="-457200">
              <a:buAutoNum type="arabicPeriod"/>
            </a:pPr>
            <a:endParaRPr lang="en-US" sz="1400" b="0">
              <a:solidFill>
                <a:srgbClr val="000000"/>
              </a:solidFill>
            </a:endParaRPr>
          </a:p>
          <a:p>
            <a:endParaRPr lang="en-US" sz="1400" b="0" dirty="0">
              <a:solidFill>
                <a:srgbClr val="000000"/>
              </a:solidFill>
            </a:endParaRPr>
          </a:p>
          <a:p>
            <a:endParaRPr lang="en-US" sz="1400" b="0" dirty="0">
              <a:solidFill>
                <a:srgbClr val="000000"/>
              </a:solidFill>
            </a:endParaRPr>
          </a:p>
          <a:p>
            <a:endParaRPr lang="en-US" sz="1400" b="0" dirty="0">
              <a:solidFill>
                <a:srgbClr val="000000"/>
              </a:solidFill>
            </a:endParaRPr>
          </a:p>
          <a:p>
            <a:endParaRPr lang="en-US" sz="1400" b="0" dirty="0">
              <a:solidFill>
                <a:srgbClr val="000000"/>
              </a:solidFill>
            </a:endParaRPr>
          </a:p>
          <a:p>
            <a:r>
              <a:rPr lang="en-US" sz="1400" b="0" dirty="0">
                <a:solidFill>
                  <a:srgbClr val="000000"/>
                </a:solidFill>
              </a:rPr>
              <a:t>*Model training will follow the Analytical Desktop rollout timeline.</a:t>
            </a:r>
            <a:endParaRPr lang="en-US" dirty="0"/>
          </a:p>
        </p:txBody>
      </p:sp>
      <p:sp>
        <p:nvSpPr>
          <p:cNvPr id="3" name="Footer Placeholder 2"/>
          <p:cNvSpPr>
            <a:spLocks noGrp="1"/>
          </p:cNvSpPr>
          <p:nvPr>
            <p:ph type="ftr" sz="quarter" idx="15"/>
          </p:nvPr>
        </p:nvSpPr>
        <p:spPr/>
        <p:txBody>
          <a:bodyPr/>
          <a:lstStyle/>
          <a:p>
            <a:r>
              <a:rPr lang="en-US"/>
              <a:t>Private &amp; Confidential</a:t>
            </a:r>
          </a:p>
        </p:txBody>
      </p:sp>
      <p:sp>
        <p:nvSpPr>
          <p:cNvPr id="4" name="Slide Number Placeholder 3"/>
          <p:cNvSpPr>
            <a:spLocks noGrp="1"/>
          </p:cNvSpPr>
          <p:nvPr>
            <p:ph type="sldNum" sz="quarter" idx="16"/>
          </p:nvPr>
        </p:nvSpPr>
        <p:spPr/>
        <p:txBody>
          <a:bodyPr/>
          <a:lstStyle/>
          <a:p>
            <a:fld id="{146682E1-A610-4FB0-BCC6-241ABE41C99B}" type="slidenum">
              <a:rPr lang="en-US" smtClean="0"/>
              <a:t>14</a:t>
            </a:fld>
            <a:endParaRPr lang="en-US"/>
          </a:p>
        </p:txBody>
      </p:sp>
      <p:sp>
        <p:nvSpPr>
          <p:cNvPr id="5" name="Title 4"/>
          <p:cNvSpPr>
            <a:spLocks noGrp="1"/>
          </p:cNvSpPr>
          <p:nvPr>
            <p:ph type="title"/>
          </p:nvPr>
        </p:nvSpPr>
        <p:spPr/>
        <p:txBody>
          <a:bodyPr/>
          <a:lstStyle/>
          <a:p>
            <a:r>
              <a:rPr lang="en-US" sz="1800"/>
              <a:t>11. Model Training</a:t>
            </a:r>
          </a:p>
        </p:txBody>
      </p:sp>
    </p:spTree>
    <p:extLst>
      <p:ext uri="{BB962C8B-B14F-4D97-AF65-F5344CB8AC3E}">
        <p14:creationId xmlns:p14="http://schemas.microsoft.com/office/powerpoint/2010/main" val="514751924"/>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3"/>
          </p:nvPr>
        </p:nvSpPr>
        <p:spPr>
          <a:xfrm>
            <a:off x="317352" y="1233487"/>
            <a:ext cx="8598047" cy="4686301"/>
          </a:xfrm>
        </p:spPr>
        <p:txBody>
          <a:bodyPr vert="horz" lIns="0" tIns="0" rIns="0" bIns="0" rtlCol="0" anchor="t">
            <a:noAutofit/>
          </a:bodyPr>
          <a:lstStyle/>
          <a:p>
            <a:pPr marL="285750" indent="-285750">
              <a:lnSpc>
                <a:spcPct val="150000"/>
              </a:lnSpc>
              <a:buFont typeface="Arial" pitchFamily="34" charset="0"/>
              <a:buChar char="•"/>
            </a:pPr>
            <a:r>
              <a:rPr lang="en-US" sz="1800" dirty="0"/>
              <a:t>Reason for Retirement Request:  </a:t>
            </a:r>
          </a:p>
          <a:p>
            <a:pPr marL="393065" lvl="2" indent="0">
              <a:lnSpc>
                <a:spcPct val="150000"/>
              </a:lnSpc>
              <a:buNone/>
            </a:pPr>
            <a:r>
              <a:rPr lang="en-US" sz="1400" b="0" dirty="0"/>
              <a:t>Due to the phased onboarding of analysts to the new Insurance RSR within Analytical Desktop (AD) application, we request retiring the following two existing Insurance RSR models in March 2026, upon completion of the full analyst transition to AD.</a:t>
            </a:r>
          </a:p>
          <a:p>
            <a:pPr marL="889000" lvl="3" indent="-285750">
              <a:lnSpc>
                <a:spcPct val="150000"/>
              </a:lnSpc>
              <a:buFont typeface="Arial" pitchFamily="34" charset="0"/>
              <a:buChar char="•"/>
            </a:pPr>
            <a:r>
              <a:rPr lang="en-US" sz="1400" b="0" dirty="0">
                <a:latin typeface="Arial" pitchFamily="34" charset="0"/>
                <a:cs typeface="Arial" pitchFamily="34" charset="0"/>
              </a:rPr>
              <a:t>RS-INS-GLB-R-001087-V008 Insurance RSR </a:t>
            </a:r>
          </a:p>
          <a:p>
            <a:pPr marL="889000" lvl="3" indent="-285750">
              <a:lnSpc>
                <a:spcPct val="150000"/>
              </a:lnSpc>
              <a:buFont typeface="Arial" pitchFamily="34" charset="0"/>
              <a:buChar char="•"/>
            </a:pPr>
            <a:r>
              <a:rPr lang="en-US" sz="1400" b="0" dirty="0"/>
              <a:t>RS-INS-GLB-R-001088-V006 </a:t>
            </a:r>
            <a:r>
              <a:rPr lang="en-HK" b="0" dirty="0"/>
              <a:t>Insurance Scoring Template (Simplify)</a:t>
            </a:r>
          </a:p>
          <a:p>
            <a:pPr marL="393065" lvl="2" indent="0">
              <a:lnSpc>
                <a:spcPct val="150000"/>
              </a:lnSpc>
              <a:buNone/>
            </a:pPr>
            <a:r>
              <a:rPr lang="en-HK" sz="1400" b="0" dirty="0"/>
              <a:t>For </a:t>
            </a:r>
            <a:r>
              <a:rPr lang="en-US" sz="1400" b="0" dirty="0"/>
              <a:t>RS-INS-GLB-D-1106-V001, currently in “Review” status, </a:t>
            </a:r>
            <a:r>
              <a:rPr lang="en-HK" sz="1400" b="0" dirty="0"/>
              <a:t>w</a:t>
            </a:r>
            <a:r>
              <a:rPr lang="en-US" sz="1400" b="0" dirty="0"/>
              <a:t>e request to retire</a:t>
            </a:r>
            <a:r>
              <a:rPr lang="en-US" sz="1400" b="0" dirty="0">
                <a:solidFill>
                  <a:srgbClr val="FF0000"/>
                </a:solidFill>
              </a:rPr>
              <a:t> </a:t>
            </a:r>
            <a:r>
              <a:rPr lang="en-US" sz="1400" b="0" dirty="0"/>
              <a:t>it </a:t>
            </a:r>
            <a:r>
              <a:rPr lang="en-US" sz="1400" u="sng" dirty="0"/>
              <a:t>immediately</a:t>
            </a:r>
            <a:r>
              <a:rPr lang="en-US" sz="1400" dirty="0"/>
              <a:t> </a:t>
            </a:r>
            <a:r>
              <a:rPr lang="en-US" sz="1400" b="0" i="1" dirty="0"/>
              <a:t>after </a:t>
            </a:r>
            <a:r>
              <a:rPr lang="en-US" sz="1400" b="0" dirty="0"/>
              <a:t>RS-INS-GLB-R-1106-V002 is in business use.</a:t>
            </a:r>
          </a:p>
        </p:txBody>
      </p:sp>
      <p:sp>
        <p:nvSpPr>
          <p:cNvPr id="3" name="Slide Number Placeholder 2"/>
          <p:cNvSpPr>
            <a:spLocks noGrp="1"/>
          </p:cNvSpPr>
          <p:nvPr>
            <p:ph type="sldNum" sz="quarter" idx="16"/>
          </p:nvPr>
        </p:nvSpPr>
        <p:spPr/>
        <p:txBody>
          <a:bodyPr/>
          <a:lstStyle/>
          <a:p>
            <a:fld id="{B270B15E-DA89-4221-8FC4-42200B7F7AB5}" type="slidenum">
              <a:rPr lang="en-US" smtClean="0"/>
              <a:t>15</a:t>
            </a:fld>
            <a:endParaRPr lang="en-US"/>
          </a:p>
        </p:txBody>
      </p:sp>
      <p:sp>
        <p:nvSpPr>
          <p:cNvPr id="4" name="Title 3"/>
          <p:cNvSpPr>
            <a:spLocks noGrp="1"/>
          </p:cNvSpPr>
          <p:nvPr>
            <p:ph type="title"/>
          </p:nvPr>
        </p:nvSpPr>
        <p:spPr/>
        <p:txBody>
          <a:bodyPr/>
          <a:lstStyle/>
          <a:p>
            <a:r>
              <a:rPr lang="en-US" sz="1800"/>
              <a:t>12. Model Retirement Request</a:t>
            </a:r>
          </a:p>
        </p:txBody>
      </p:sp>
    </p:spTree>
    <p:extLst>
      <p:ext uri="{BB962C8B-B14F-4D97-AF65-F5344CB8AC3E}">
        <p14:creationId xmlns:p14="http://schemas.microsoft.com/office/powerpoint/2010/main" val="703549457"/>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20676" y="183512"/>
            <a:ext cx="7315200" cy="5646837"/>
          </a:xfrm>
        </p:spPr>
        <p:txBody>
          <a:bodyPr/>
          <a:lstStyle/>
          <a:p>
            <a:br>
              <a:rPr lang="en-US"/>
            </a:br>
            <a:br>
              <a:rPr lang="en-US"/>
            </a:br>
            <a:br>
              <a:rPr lang="en-US"/>
            </a:br>
            <a:r>
              <a:rPr lang="en-US"/>
              <a:t>	</a:t>
            </a:r>
            <a:r>
              <a:rPr lang="en-US">
                <a:solidFill>
                  <a:schemeClr val="bg1"/>
                </a:solidFill>
              </a:rPr>
              <a:t>Thank You</a:t>
            </a:r>
            <a:br>
              <a:rPr lang="en-US">
                <a:solidFill>
                  <a:schemeClr val="bg1"/>
                </a:solidFill>
              </a:rPr>
            </a:br>
            <a:br>
              <a:rPr lang="en-US">
                <a:solidFill>
                  <a:schemeClr val="bg1"/>
                </a:solidFill>
              </a:rPr>
            </a:br>
            <a:br>
              <a:rPr lang="en-US">
                <a:solidFill>
                  <a:schemeClr val="bg1"/>
                </a:solidFill>
              </a:rPr>
            </a:br>
            <a:r>
              <a:rPr lang="en-US" sz="1000" b="1">
                <a:solidFill>
                  <a:schemeClr val="bg1"/>
                </a:solidFill>
              </a:rPr>
              <a:t>INTERNAL COMMUNICATION ONLY / NOT FOR EXTERNAL DISTRIBUTION</a:t>
            </a:r>
            <a:r>
              <a:rPr lang="en-US" sz="1000">
                <a:solidFill>
                  <a:schemeClr val="bg1"/>
                </a:solidFill>
              </a:rPr>
              <a:t> </a:t>
            </a:r>
            <a:br>
              <a:rPr lang="en-US" sz="1000" b="1">
                <a:solidFill>
                  <a:schemeClr val="bg1"/>
                </a:solidFill>
              </a:rPr>
            </a:br>
            <a:r>
              <a:rPr lang="en-US" sz="1000" b="1">
                <a:solidFill>
                  <a:schemeClr val="bg1"/>
                </a:solidFill>
              </a:rPr>
              <a:t>This document is the property of S&amp;P Global Ratings. It contains proprietary and confidential information and is for internal use only by S&amp;P Global Ratings employees.</a:t>
            </a:r>
            <a:br>
              <a:rPr lang="en-US" sz="1000" b="1">
                <a:solidFill>
                  <a:schemeClr val="bg1"/>
                </a:solidFill>
              </a:rPr>
            </a:br>
            <a:r>
              <a:rPr lang="en-US" sz="1000" b="1">
                <a:solidFill>
                  <a:schemeClr val="bg1"/>
                </a:solidFill>
              </a:rPr>
              <a:t>This document shall not be shown or provided to anyone other than S&amp;P Global Ratings employees</a:t>
            </a:r>
            <a:br>
              <a:rPr lang="en-US" sz="1000">
                <a:solidFill>
                  <a:schemeClr val="bg1"/>
                </a:solidFill>
              </a:rPr>
            </a:br>
            <a:br>
              <a:rPr lang="en-US"/>
            </a:br>
            <a:br>
              <a:rPr lang="en-US"/>
            </a:br>
            <a:br>
              <a:rPr lang="en-US"/>
            </a:br>
            <a:endParaRPr lang="en-US"/>
          </a:p>
        </p:txBody>
      </p:sp>
      <p:sp>
        <p:nvSpPr>
          <p:cNvPr id="6" name="Footer Placeholder 5"/>
          <p:cNvSpPr>
            <a:spLocks noGrp="1"/>
          </p:cNvSpPr>
          <p:nvPr>
            <p:ph type="ftr" sz="quarter" idx="17"/>
          </p:nvPr>
        </p:nvSpPr>
        <p:spPr/>
        <p:txBody>
          <a:bodyPr/>
          <a:lstStyle/>
          <a:p>
            <a:r>
              <a:rPr lang="en-US"/>
              <a:t>Private &amp; Confidential</a:t>
            </a:r>
          </a:p>
        </p:txBody>
      </p:sp>
      <p:sp>
        <p:nvSpPr>
          <p:cNvPr id="5" name="Slide Number Placeholder 4"/>
          <p:cNvSpPr>
            <a:spLocks noGrp="1"/>
          </p:cNvSpPr>
          <p:nvPr>
            <p:ph type="sldNum" sz="quarter" idx="18"/>
          </p:nvPr>
        </p:nvSpPr>
        <p:spPr/>
        <p:txBody>
          <a:bodyPr/>
          <a:lstStyle/>
          <a:p>
            <a:fld id="{BDDC3DCF-E0A7-DA4A-BC2C-1EC3743A297B}" type="slidenum">
              <a:rPr lang="en-US" smtClean="0"/>
              <a:t>16</a:t>
            </a:fld>
            <a:endParaRPr lang="en-US"/>
          </a:p>
        </p:txBody>
      </p:sp>
    </p:spTree>
    <p:extLst>
      <p:ext uri="{BB962C8B-B14F-4D97-AF65-F5344CB8AC3E}">
        <p14:creationId xmlns:p14="http://schemas.microsoft.com/office/powerpoint/2010/main" val="965889156"/>
      </p:ext>
    </p:extLst>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AS_NET" val="4.0.30319.42000"/>
  <p:tag name="AS_OS" val="Microsoft Windows NT 10.0.14393.0"/>
  <p:tag name="AS_RELEASE_DATE" val="2024.04.14"/>
  <p:tag name="AS_TITLE" val="Aspose.Slides for .NET 4.0 Client Profile"/>
  <p:tag name="AS_VERSION" val="24.4"/>
</p:tagLst>
</file>

<file path=ppt/theme/theme1.xml><?xml version="1.0" encoding="utf-8"?>
<a:theme xmlns:a="http://schemas.openxmlformats.org/drawingml/2006/main" name="S&amp;P Global 2016">
  <a:themeElements>
    <a:clrScheme name="Custom 43">
      <a:dk1>
        <a:sysClr val="windowText" lastClr="000000"/>
      </a:dk1>
      <a:lt1>
        <a:sysClr val="window" lastClr="FFFFFF"/>
      </a:lt1>
      <a:dk2>
        <a:srgbClr val="D6002A"/>
      </a:dk2>
      <a:lt2>
        <a:srgbClr val="DBD9D6"/>
      </a:lt2>
      <a:accent1>
        <a:srgbClr val="3C3C3B"/>
      </a:accent1>
      <a:accent2>
        <a:srgbClr val="7B1E29"/>
      </a:accent2>
      <a:accent3>
        <a:srgbClr val="D53814"/>
      </a:accent3>
      <a:accent4>
        <a:srgbClr val="BEB7A9"/>
      </a:accent4>
      <a:accent5>
        <a:srgbClr val="A79886"/>
      </a:accent5>
      <a:accent6>
        <a:srgbClr val="95B3CC"/>
      </a:accent6>
      <a:hlink>
        <a:srgbClr val="0000FF"/>
      </a:hlink>
      <a:folHlink>
        <a:srgbClr val="800080"/>
      </a:folHlink>
    </a:clrScheme>
    <a:fontScheme name="Office">
      <a:majorFont>
        <a:latin typeface="Calibri"/>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Platts PowerPoint Template</Template>
  <TotalTime>23</TotalTime>
  <Words>1580</Words>
  <Application>Microsoft Office PowerPoint</Application>
  <PresentationFormat>On-screen Show (4:3)</PresentationFormat>
  <Paragraphs>285</Paragraphs>
  <Slides>16</Slides>
  <Notes>6</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S&amp;P Global 2016</vt:lpstr>
      <vt:lpstr>RS-INS-GLB-R-1106-V002  Insurance RSR in R</vt:lpstr>
      <vt:lpstr>Agenda</vt:lpstr>
      <vt:lpstr>1. Executive Summary:</vt:lpstr>
      <vt:lpstr>2. Relevant Criteria Articles</vt:lpstr>
      <vt:lpstr>3. Development Information: </vt:lpstr>
      <vt:lpstr>4. Access &amp; Version Controls for Model Deployment:</vt:lpstr>
      <vt:lpstr>5. Key Model Assumptions:</vt:lpstr>
      <vt:lpstr>5. Key Model Assumptions (continued)</vt:lpstr>
      <vt:lpstr>6. Limitations/Restrictions for the Model  </vt:lpstr>
      <vt:lpstr>7. Material Changes from Prior Model</vt:lpstr>
      <vt:lpstr>8. Testing</vt:lpstr>
      <vt:lpstr>9. Back-Testing:    </vt:lpstr>
      <vt:lpstr>10. Model Validation Summary</vt:lpstr>
      <vt:lpstr>11. Model Training</vt:lpstr>
      <vt:lpstr>12. Model Retirement Request</vt:lpstr>
      <vt:lpstr>    Thank You   INTERNAL COMMUNICATION ONLY / NOT FOR EXTERNAL DISTRIBUTION  This document is the property of S&amp;P Global Ratings. It contains proprietary and confidential information and is for internal use only by S&amp;P Global Ratings employees. This document shall not be shown or provided to anyone other than S&amp;P Global Ratings employees    </vt:lpstr>
    </vt:vector>
  </TitlesOfParts>
  <Company>The McGraw-Hill Companies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PLATTS POWERPOINT TEMPLATE</dc:title>
  <dc:creator>Noble, Louise</dc:creator>
  <cp:lastModifiedBy>Xing, Qianwen (Analytical)</cp:lastModifiedBy>
  <cp:revision>16</cp:revision>
  <cp:lastPrinted>2019-06-07T12:22:39Z</cp:lastPrinted>
  <dcterms:created xsi:type="dcterms:W3CDTF">2016-03-04T19:47:25Z</dcterms:created>
  <dcterms:modified xsi:type="dcterms:W3CDTF">2026-01-15T16:17:42Z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
    <vt:lpwstr>Internal</vt:lpwstr>
  </property>
  <property fmtid="{D5CDD505-2E9C-101B-9397-08002B2CF9AE}" pid="3" name="MSIP_Label_831f0267-8575-4fc2-99cc-f6b7f9934be9_ActionId">
    <vt:lpwstr>76bfbcb0-8001-4aae-9a1c-efd4f8dd2c79</vt:lpwstr>
  </property>
  <property fmtid="{D5CDD505-2E9C-101B-9397-08002B2CF9AE}" pid="4" name="MSIP_Label_831f0267-8575-4fc2-99cc-f6b7f9934be9_ContentBits">
    <vt:lpwstr>0</vt:lpwstr>
  </property>
  <property fmtid="{D5CDD505-2E9C-101B-9397-08002B2CF9AE}" pid="5" name="MSIP_Label_831f0267-8575-4fc2-99cc-f6b7f9934be9_Enabled">
    <vt:lpwstr>true</vt:lpwstr>
  </property>
  <property fmtid="{D5CDD505-2E9C-101B-9397-08002B2CF9AE}" pid="6" name="MSIP_Label_831f0267-8575-4fc2-99cc-f6b7f9934be9_Method">
    <vt:lpwstr>Standard</vt:lpwstr>
  </property>
  <property fmtid="{D5CDD505-2E9C-101B-9397-08002B2CF9AE}" pid="7" name="MSIP_Label_831f0267-8575-4fc2-99cc-f6b7f9934be9_Name">
    <vt:lpwstr>831f0267-8575-4fc2-99cc-f6b7f9934be9</vt:lpwstr>
  </property>
  <property fmtid="{D5CDD505-2E9C-101B-9397-08002B2CF9AE}" pid="8" name="MSIP_Label_831f0267-8575-4fc2-99cc-f6b7f9934be9_SetDate">
    <vt:lpwstr>2023-06-07T00:15:26Z</vt:lpwstr>
  </property>
  <property fmtid="{D5CDD505-2E9C-101B-9397-08002B2CF9AE}" pid="9" name="MSIP_Label_831f0267-8575-4fc2-99cc-f6b7f9934be9_SiteId">
    <vt:lpwstr>8f3e36ea-8039-4b40-81a7-7dc0599e8645</vt:lpwstr>
  </property>
  <property fmtid="{D5CDD505-2E9C-101B-9397-08002B2CF9AE}" pid="10" name="TitusGUID">
    <vt:lpwstr>8c0e194a-de81-4b66-862c-6cababba84f5</vt:lpwstr>
  </property>
</Properties>
</file>