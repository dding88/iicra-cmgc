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34" r:id="rId1"/>
  </p:sldMasterIdLst>
  <p:notesMasterIdLst>
    <p:notesMasterId r:id="rId20"/>
  </p:notesMasterIdLst>
  <p:handoutMasterIdLst>
    <p:handoutMasterId r:id="rId21"/>
  </p:handoutMasterIdLst>
  <p:sldIdLst>
    <p:sldId id="306" r:id="rId2"/>
    <p:sldId id="325" r:id="rId3"/>
    <p:sldId id="330" r:id="rId4"/>
    <p:sldId id="334" r:id="rId5"/>
    <p:sldId id="326" r:id="rId6"/>
    <p:sldId id="327" r:id="rId7"/>
    <p:sldId id="331" r:id="rId8"/>
    <p:sldId id="332" r:id="rId9"/>
    <p:sldId id="335" r:id="rId10"/>
    <p:sldId id="314" r:id="rId11"/>
    <p:sldId id="316" r:id="rId12"/>
    <p:sldId id="339" r:id="rId13"/>
    <p:sldId id="344" r:id="rId14"/>
    <p:sldId id="336" r:id="rId15"/>
    <p:sldId id="324" r:id="rId16"/>
    <p:sldId id="345" r:id="rId17"/>
    <p:sldId id="321" r:id="rId18"/>
    <p:sldId id="323" r:id="rId19"/>
  </p:sldIdLst>
  <p:sldSz cx="9144000" cy="6858000" type="screen4x3"/>
  <p:notesSz cx="6980238" cy="9144000"/>
  <p:custDataLst>
    <p:tags r:id="rId22"/>
  </p:custDataLst>
  <p:defaultTextStyle>
    <a:defPPr>
      <a:defRPr lang="en-US"/>
    </a:defPPr>
    <a:lvl1pPr algn="l" defTabSz="457200" rtl="0" fontAlgn="base">
      <a:spcBef>
        <a:spcPct val="0"/>
      </a:spcBef>
      <a:spcAft>
        <a:spcPct val="0"/>
      </a:spcAft>
      <a:defRPr kern="1200">
        <a:solidFill>
          <a:schemeClr val="tx1"/>
        </a:solidFill>
        <a:latin typeface="Calibri"/>
        <a:ea typeface="MS PGothic" charset="0"/>
        <a:cs typeface="MS PGothic" charset="0"/>
      </a:defRPr>
    </a:lvl1pPr>
    <a:lvl2pPr marL="457200" algn="l" defTabSz="457200" rtl="0" fontAlgn="base">
      <a:spcBef>
        <a:spcPct val="0"/>
      </a:spcBef>
      <a:spcAft>
        <a:spcPct val="0"/>
      </a:spcAft>
      <a:defRPr kern="1200">
        <a:solidFill>
          <a:schemeClr val="tx1"/>
        </a:solidFill>
        <a:latin typeface="Calibri"/>
        <a:ea typeface="MS PGothic" charset="0"/>
        <a:cs typeface="MS PGothic" charset="0"/>
      </a:defRPr>
    </a:lvl2pPr>
    <a:lvl3pPr marL="914400" algn="l" defTabSz="457200" rtl="0" fontAlgn="base">
      <a:spcBef>
        <a:spcPct val="0"/>
      </a:spcBef>
      <a:spcAft>
        <a:spcPct val="0"/>
      </a:spcAft>
      <a:defRPr kern="1200">
        <a:solidFill>
          <a:schemeClr val="tx1"/>
        </a:solidFill>
        <a:latin typeface="Calibri"/>
        <a:ea typeface="MS PGothic" charset="0"/>
        <a:cs typeface="MS PGothic" charset="0"/>
      </a:defRPr>
    </a:lvl3pPr>
    <a:lvl4pPr marL="1371600" algn="l" defTabSz="457200" rtl="0" fontAlgn="base">
      <a:spcBef>
        <a:spcPct val="0"/>
      </a:spcBef>
      <a:spcAft>
        <a:spcPct val="0"/>
      </a:spcAft>
      <a:defRPr kern="1200">
        <a:solidFill>
          <a:schemeClr val="tx1"/>
        </a:solidFill>
        <a:latin typeface="Calibri"/>
        <a:ea typeface="MS PGothic" charset="0"/>
        <a:cs typeface="MS PGothic" charset="0"/>
      </a:defRPr>
    </a:lvl4pPr>
    <a:lvl5pPr marL="1828800" algn="l" defTabSz="457200" rtl="0" fontAlgn="base">
      <a:spcBef>
        <a:spcPct val="0"/>
      </a:spcBef>
      <a:spcAft>
        <a:spcPct val="0"/>
      </a:spcAft>
      <a:defRPr kern="1200">
        <a:solidFill>
          <a:schemeClr val="tx1"/>
        </a:solidFill>
        <a:latin typeface="Calibri"/>
        <a:ea typeface="MS PGothic" charset="0"/>
        <a:cs typeface="MS PGothic" charset="0"/>
      </a:defRPr>
    </a:lvl5pPr>
    <a:lvl6pPr marL="2286000" algn="l" defTabSz="457200" rtl="0" eaLnBrk="1" latinLnBrk="0" hangingPunct="1">
      <a:defRPr kern="1200">
        <a:solidFill>
          <a:schemeClr val="tx1"/>
        </a:solidFill>
        <a:latin typeface="Calibri"/>
        <a:ea typeface="MS PGothic" charset="0"/>
        <a:cs typeface="MS PGothic" charset="0"/>
      </a:defRPr>
    </a:lvl6pPr>
    <a:lvl7pPr marL="2743200" algn="l" defTabSz="457200" rtl="0" eaLnBrk="1" latinLnBrk="0" hangingPunct="1">
      <a:defRPr kern="1200">
        <a:solidFill>
          <a:schemeClr val="tx1"/>
        </a:solidFill>
        <a:latin typeface="Calibri"/>
        <a:ea typeface="MS PGothic" charset="0"/>
        <a:cs typeface="MS PGothic" charset="0"/>
      </a:defRPr>
    </a:lvl7pPr>
    <a:lvl8pPr marL="3200400" algn="l" defTabSz="457200" rtl="0" eaLnBrk="1" latinLnBrk="0" hangingPunct="1">
      <a:defRPr kern="1200">
        <a:solidFill>
          <a:schemeClr val="tx1"/>
        </a:solidFill>
        <a:latin typeface="Calibri"/>
        <a:ea typeface="MS PGothic" charset="0"/>
        <a:cs typeface="MS PGothic" charset="0"/>
      </a:defRPr>
    </a:lvl8pPr>
    <a:lvl9pPr marL="3657600" algn="l" defTabSz="457200" rtl="0" eaLnBrk="1" latinLnBrk="0" hangingPunct="1">
      <a:defRPr kern="1200">
        <a:solidFill>
          <a:schemeClr val="tx1"/>
        </a:solidFill>
        <a:latin typeface="Calibri"/>
        <a:ea typeface="MS PGothic" charset="0"/>
        <a:cs typeface="MS PGothic" charset="0"/>
      </a:defRPr>
    </a:lvl9pPr>
  </p:defaultTextStyle>
  <p:extLst>
    <p:ext uri="{EFAFB233-063F-42B5-8137-9DF3F51BA10A}">
      <p15:sldGuideLst xmlns:p15="http://schemas.microsoft.com/office/powerpoint/2012/main">
        <p15:guide id="1" orient="horz" pos="3144" userDrawn="1">
          <p15:clr>
            <a:srgbClr val="A4A3A4"/>
          </p15:clr>
        </p15:guide>
        <p15:guide id="2" orient="horz" pos="189" userDrawn="1">
          <p15:clr>
            <a:srgbClr val="A4A3A4"/>
          </p15:clr>
        </p15:guide>
        <p15:guide id="3" orient="horz" pos="696" userDrawn="1">
          <p15:clr>
            <a:srgbClr val="A4A3A4"/>
          </p15:clr>
        </p15:guide>
        <p15:guide id="4" orient="horz" pos="2592" userDrawn="1">
          <p15:clr>
            <a:srgbClr val="A4A3A4"/>
          </p15:clr>
        </p15:guide>
        <p15:guide id="5" orient="horz" pos="3775">
          <p15:clr>
            <a:srgbClr val="A4A3A4"/>
          </p15:clr>
        </p15:guide>
        <p15:guide id="6" pos="3336" userDrawn="1">
          <p15:clr>
            <a:srgbClr val="A4A3A4"/>
          </p15:clr>
        </p15:guide>
        <p15:guide id="7" pos="198">
          <p15:clr>
            <a:srgbClr val="A4A3A4"/>
          </p15:clr>
        </p15:guide>
        <p15:guide id="8" pos="4536" userDrawn="1">
          <p15:clr>
            <a:srgbClr val="A4A3A4"/>
          </p15:clr>
        </p15:guide>
        <p15:guide id="9" pos="4045">
          <p15:clr>
            <a:srgbClr val="A4A3A4"/>
          </p15:clr>
        </p15:guide>
        <p15:guide id="10" orient="horz" pos="3853"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99"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8034E78-7F5D-4C2E-B375-FC64B27BC917}">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8034E78-7F5D-4C2E-B375-FC64B27BC917}" styleName="Dark Style 1">
    <a:wholeTbl>
      <a:tcTxStyle>
        <a:fontRef idx="minor"/>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113" autoAdjust="0"/>
    <p:restoredTop sz="96247" autoAdjust="0"/>
  </p:normalViewPr>
  <p:slideViewPr>
    <p:cSldViewPr snapToGrid="0" snapToObjects="1">
      <p:cViewPr varScale="1">
        <p:scale>
          <a:sx n="78" d="100"/>
          <a:sy n="78" d="100"/>
        </p:scale>
        <p:origin x="1344" y="72"/>
      </p:cViewPr>
      <p:guideLst>
        <p:guide orient="horz" pos="3144"/>
        <p:guide orient="horz" pos="189"/>
        <p:guide orient="horz" pos="696"/>
        <p:guide orient="horz" pos="2592"/>
        <p:guide orient="horz" pos="3775"/>
        <p:guide pos="3336"/>
        <p:guide pos="198"/>
        <p:guide pos="4536"/>
        <p:guide pos="4045"/>
        <p:guide orient="horz" pos="3853"/>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11" d="100"/>
        <a:sy n="111" d="100"/>
      </p:scale>
      <p:origin x="0" y="4352"/>
    </p:cViewPr>
  </p:sorterViewPr>
  <p:notesViewPr>
    <p:cSldViewPr snapToGrid="0" snapToObjects="1">
      <p:cViewPr varScale="1">
        <p:scale>
          <a:sx n="138" d="100"/>
          <a:sy n="138" d="100"/>
        </p:scale>
        <p:origin x="3168" y="184"/>
      </p:cViewPr>
      <p:guideLst>
        <p:guide orient="horz" pos="2880"/>
        <p:guide pos="2199"/>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2477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53853" y="0"/>
            <a:ext cx="3024770" cy="457200"/>
          </a:xfrm>
          <a:prstGeom prst="rect">
            <a:avLst/>
          </a:prstGeom>
        </p:spPr>
        <p:txBody>
          <a:bodyPr vert="horz" lIns="91440" tIns="45720" rIns="91440" bIns="45720" rtlCol="0"/>
          <a:lstStyle>
            <a:lvl1pPr algn="r">
              <a:defRPr sz="1200"/>
            </a:lvl1pPr>
          </a:lstStyle>
          <a:p>
            <a:fld id="{51E76258-0CB2-5E46-BDCC-DEDAA3D29929}" type="datetime1">
              <a:rPr lang="en-US" smtClean="0"/>
              <a:t>6/4/2026</a:t>
            </a:fld>
            <a:endParaRPr lang="en-US"/>
          </a:p>
        </p:txBody>
      </p:sp>
      <p:sp>
        <p:nvSpPr>
          <p:cNvPr id="4" name="Footer Placeholder 3"/>
          <p:cNvSpPr>
            <a:spLocks noGrp="1"/>
          </p:cNvSpPr>
          <p:nvPr>
            <p:ph type="ftr" sz="quarter" idx="2"/>
          </p:nvPr>
        </p:nvSpPr>
        <p:spPr>
          <a:xfrm>
            <a:off x="0" y="8685213"/>
            <a:ext cx="302477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53853" y="8685213"/>
            <a:ext cx="3024770" cy="457200"/>
          </a:xfrm>
          <a:prstGeom prst="rect">
            <a:avLst/>
          </a:prstGeom>
        </p:spPr>
        <p:txBody>
          <a:bodyPr vert="horz" lIns="91440" tIns="45720" rIns="91440" bIns="45720" rtlCol="0" anchor="b"/>
          <a:lstStyle>
            <a:lvl1pPr algn="r">
              <a:defRPr sz="1200"/>
            </a:lvl1pPr>
          </a:lstStyle>
          <a:p>
            <a:fld id="{AB9D3D46-F3C0-4F41-A7F5-0CE676534EBE}" type="slidenum">
              <a:rPr lang="en-US" smtClean="0"/>
              <a:t>‹#›</a:t>
            </a:fld>
            <a:endParaRPr lang="en-US"/>
          </a:p>
        </p:txBody>
      </p:sp>
    </p:spTree>
    <p:extLst>
      <p:ext uri="{BB962C8B-B14F-4D97-AF65-F5344CB8AC3E}">
        <p14:creationId xmlns:p14="http://schemas.microsoft.com/office/powerpoint/2010/main" val="2541497087"/>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2477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53853" y="0"/>
            <a:ext cx="3024770" cy="457200"/>
          </a:xfrm>
          <a:prstGeom prst="rect">
            <a:avLst/>
          </a:prstGeom>
        </p:spPr>
        <p:txBody>
          <a:bodyPr vert="horz" lIns="91440" tIns="45720" rIns="91440" bIns="45720" rtlCol="0"/>
          <a:lstStyle>
            <a:lvl1pPr algn="r">
              <a:defRPr sz="1200"/>
            </a:lvl1pPr>
          </a:lstStyle>
          <a:p>
            <a:fld id="{6CC18655-D016-D145-A70E-0F6F8E9B9A7C}" type="datetime1">
              <a:rPr lang="en-US" smtClean="0"/>
              <a:t>6/4/2026</a:t>
            </a:fld>
            <a:endParaRPr lang="en-US"/>
          </a:p>
        </p:txBody>
      </p:sp>
      <p:sp>
        <p:nvSpPr>
          <p:cNvPr id="4" name="Slide Image Placeholder 3"/>
          <p:cNvSpPr>
            <a:spLocks noGrp="1" noRot="1" noChangeAspect="1"/>
          </p:cNvSpPr>
          <p:nvPr>
            <p:ph type="sldImg" idx="2"/>
          </p:nvPr>
        </p:nvSpPr>
        <p:spPr>
          <a:xfrm>
            <a:off x="1203325" y="685800"/>
            <a:ext cx="4573588" cy="3429000"/>
          </a:xfrm>
          <a:prstGeom prst="rect">
            <a:avLst/>
          </a:prstGeom>
          <a:noFill/>
          <a:ln w="12700">
            <a:solidFill>
              <a:prstClr val="black"/>
            </a:solidFill>
          </a:ln>
        </p:spPr>
      </p:sp>
      <p:sp>
        <p:nvSpPr>
          <p:cNvPr id="5" name="Notes Placeholder 4"/>
          <p:cNvSpPr>
            <a:spLocks noGrp="1"/>
          </p:cNvSpPr>
          <p:nvPr>
            <p:ph type="body" sz="quarter" idx="3"/>
          </p:nvPr>
        </p:nvSpPr>
        <p:spPr>
          <a:xfrm>
            <a:off x="698024" y="4343400"/>
            <a:ext cx="5584190" cy="411480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302477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53853" y="8685213"/>
            <a:ext cx="3024770" cy="457200"/>
          </a:xfrm>
          <a:prstGeom prst="rect">
            <a:avLst/>
          </a:prstGeom>
        </p:spPr>
        <p:txBody>
          <a:bodyPr vert="horz" lIns="91440" tIns="45720" rIns="91440" bIns="45720" rtlCol="0" anchor="b"/>
          <a:lstStyle>
            <a:lvl1pPr algn="r">
              <a:defRPr sz="1200"/>
            </a:lvl1pPr>
          </a:lstStyle>
          <a:p>
            <a:fld id="{21C9A526-2B11-9B45-BFD7-2AA1CDA54972}" type="slidenum">
              <a:rPr lang="en-US" smtClean="0"/>
              <a:t>‹#›</a:t>
            </a:fld>
            <a:endParaRPr lang="en-US"/>
          </a:p>
        </p:txBody>
      </p:sp>
    </p:spTree>
    <p:extLst>
      <p:ext uri="{BB962C8B-B14F-4D97-AF65-F5344CB8AC3E}">
        <p14:creationId xmlns:p14="http://schemas.microsoft.com/office/powerpoint/2010/main" val="1422391221"/>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6AFE262-7534-437E-883B-1B36A253D86E}" type="slidenum">
              <a:rPr lang="en-US" smtClean="0"/>
              <a:t>5</a:t>
            </a:fld>
            <a:endParaRPr lang="en-US"/>
          </a:p>
        </p:txBody>
      </p:sp>
    </p:spTree>
    <p:extLst>
      <p:ext uri="{BB962C8B-B14F-4D97-AF65-F5344CB8AC3E}">
        <p14:creationId xmlns:p14="http://schemas.microsoft.com/office/powerpoint/2010/main" val="137756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white plai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317352" y="152199"/>
            <a:ext cx="5322469" cy="2481677"/>
          </a:xfrm>
        </p:spPr>
        <p:txBody>
          <a:bodyPr lIns="0" tIns="0" rIns="0" bIns="0">
            <a:normAutofit/>
          </a:bodyPr>
          <a:lstStyle>
            <a:lvl1pPr>
              <a:lnSpc>
                <a:spcPct val="95000"/>
              </a:lnSpc>
              <a:defRPr sz="5700" b="0" i="0">
                <a:solidFill>
                  <a:schemeClr val="tx1"/>
                </a:solidFill>
                <a:latin typeface="Arial"/>
                <a:ea typeface="Arial"/>
                <a:cs typeface="Arial"/>
              </a:defRPr>
            </a:lvl1pPr>
          </a:lstStyle>
          <a:p>
            <a:r>
              <a:rPr lang="en-US"/>
              <a:t>Presentation</a:t>
            </a:r>
            <a:br>
              <a:rPr lang="en-US"/>
            </a:br>
            <a:r>
              <a:rPr lang="en-US"/>
              <a:t>Title</a:t>
            </a:r>
          </a:p>
        </p:txBody>
      </p:sp>
      <p:sp>
        <p:nvSpPr>
          <p:cNvPr id="10" name="Text Placeholder 9"/>
          <p:cNvSpPr>
            <a:spLocks noGrp="1"/>
          </p:cNvSpPr>
          <p:nvPr>
            <p:ph type="body" sz="quarter" idx="12" hasCustomPrompt="1"/>
          </p:nvPr>
        </p:nvSpPr>
        <p:spPr>
          <a:xfrm>
            <a:off x="320675" y="2719817"/>
            <a:ext cx="3968750" cy="440834"/>
          </a:xfrm>
        </p:spPr>
        <p:txBody>
          <a:bodyPr lIns="0" tIns="0" rIns="0" bIns="0"/>
          <a:lstStyle>
            <a:lvl1pPr>
              <a:defRPr sz="1900">
                <a:solidFill>
                  <a:schemeClr val="tx1"/>
                </a:solidFill>
              </a:defRPr>
            </a:lvl1pPr>
          </a:lstStyle>
          <a:p>
            <a:pPr lvl="0"/>
            <a:r>
              <a:rPr lang="en-US"/>
              <a:t>Subtitle</a:t>
            </a:r>
          </a:p>
        </p:txBody>
      </p:sp>
      <p:sp>
        <p:nvSpPr>
          <p:cNvPr id="11" name="Text Placeholder 9"/>
          <p:cNvSpPr>
            <a:spLocks noGrp="1"/>
          </p:cNvSpPr>
          <p:nvPr>
            <p:ph type="body" sz="quarter" idx="13" hasCustomPrompt="1"/>
          </p:nvPr>
        </p:nvSpPr>
        <p:spPr>
          <a:xfrm>
            <a:off x="6421438" y="284622"/>
            <a:ext cx="2381326" cy="440834"/>
          </a:xfrm>
        </p:spPr>
        <p:txBody>
          <a:bodyPr lIns="0" tIns="0" rIns="0" bIns="0"/>
          <a:lstStyle>
            <a:lvl1pPr>
              <a:spcBef>
                <a:spcPct val="0"/>
              </a:spcBef>
              <a:defRPr sz="1100">
                <a:solidFill>
                  <a:schemeClr val="tx1"/>
                </a:solidFill>
              </a:defRPr>
            </a:lvl1pPr>
          </a:lstStyle>
          <a:p>
            <a:pPr lvl="0"/>
            <a:r>
              <a:rPr lang="en-US"/>
              <a:t>Presenter Name</a:t>
            </a:r>
          </a:p>
        </p:txBody>
      </p:sp>
      <p:sp>
        <p:nvSpPr>
          <p:cNvPr id="13" name="Text Placeholder 9"/>
          <p:cNvSpPr>
            <a:spLocks noGrp="1"/>
          </p:cNvSpPr>
          <p:nvPr>
            <p:ph type="body" sz="quarter" idx="15" hasCustomPrompt="1"/>
          </p:nvPr>
        </p:nvSpPr>
        <p:spPr>
          <a:xfrm>
            <a:off x="6421438" y="1598177"/>
            <a:ext cx="2381326" cy="828861"/>
          </a:xfrm>
        </p:spPr>
        <p:txBody>
          <a:bodyPr lIns="0" tIns="0" rIns="0" bIns="0"/>
          <a:lstStyle>
            <a:lvl1pPr>
              <a:defRPr sz="950" baseline="0">
                <a:solidFill>
                  <a:schemeClr val="bg1">
                    <a:lumMod val="50000"/>
                  </a:schemeClr>
                </a:solidFill>
                <a:latin typeface="Arial Narrow" charset="0"/>
                <a:ea typeface="Arial Narrow" charset="0"/>
                <a:cs typeface="Arial Narrow" charset="0"/>
              </a:defRPr>
            </a:lvl1pPr>
          </a:lstStyle>
          <a:p>
            <a:pPr lvl="0"/>
            <a:r>
              <a:rPr lang="en-US"/>
              <a:t>Disclaimer paragraph</a:t>
            </a:r>
          </a:p>
        </p:txBody>
      </p:sp>
      <p:sp>
        <p:nvSpPr>
          <p:cNvPr id="4" name="Date Placeholder 3"/>
          <p:cNvSpPr>
            <a:spLocks noGrp="1"/>
          </p:cNvSpPr>
          <p:nvPr>
            <p:ph type="dt" sz="half" idx="18"/>
          </p:nvPr>
        </p:nvSpPr>
        <p:spPr>
          <a:xfrm>
            <a:off x="6421438" y="1098982"/>
            <a:ext cx="2381326" cy="223277"/>
          </a:xfrm>
        </p:spPr>
        <p:txBody>
          <a:bodyPr/>
          <a:lstStyle>
            <a:lvl1pPr algn="l">
              <a:defRPr b="0" i="0">
                <a:latin typeface="Arial"/>
                <a:ea typeface="Arial"/>
                <a:cs typeface="Arial"/>
              </a:defRPr>
            </a:lvl1pPr>
          </a:lstStyle>
          <a:p>
            <a:endParaRPr lang="en-US"/>
          </a:p>
        </p:txBody>
      </p:sp>
    </p:spTree>
    <p:extLst>
      <p:ext uri="{BB962C8B-B14F-4D97-AF65-F5344CB8AC3E}">
        <p14:creationId xmlns:p14="http://schemas.microsoft.com/office/powerpoint/2010/main" val="386410643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black plain">
    <p:bg>
      <p:bgRef idx="1001">
        <a:schemeClr val="bg1"/>
      </p:bgRef>
    </p:bg>
    <p:spTree>
      <p:nvGrpSpPr>
        <p:cNvPr id="1" name=""/>
        <p:cNvGrpSpPr/>
        <p:nvPr/>
      </p:nvGrpSpPr>
      <p:grpSpPr>
        <a:xfrm>
          <a:off x="0" y="0"/>
          <a:ext cx="0" cy="0"/>
          <a:chOff x="0" y="0"/>
          <a:chExt cx="0" cy="0"/>
        </a:xfrm>
      </p:grpSpPr>
      <p:sp>
        <p:nvSpPr>
          <p:cNvPr id="14" name="Rectangle 13"/>
          <p:cNvSpPr/>
          <p:nvPr userDrawn="1"/>
        </p:nvSpPr>
        <p:spPr>
          <a:xfrm>
            <a:off x="0" y="6018226"/>
            <a:ext cx="2381156" cy="83977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a:p>
        </p:txBody>
      </p:sp>
      <p:sp>
        <p:nvSpPr>
          <p:cNvPr id="8" name="Title 7"/>
          <p:cNvSpPr>
            <a:spLocks noGrp="1"/>
          </p:cNvSpPr>
          <p:nvPr>
            <p:ph type="title" hasCustomPrompt="1"/>
          </p:nvPr>
        </p:nvSpPr>
        <p:spPr>
          <a:xfrm>
            <a:off x="317352" y="152199"/>
            <a:ext cx="5322469" cy="2481677"/>
          </a:xfrm>
        </p:spPr>
        <p:txBody>
          <a:bodyPr lIns="0" tIns="0" rIns="0" bIns="0">
            <a:normAutofit/>
          </a:bodyPr>
          <a:lstStyle>
            <a:lvl1pPr>
              <a:lnSpc>
                <a:spcPct val="95000"/>
              </a:lnSpc>
              <a:defRPr sz="5700" b="0" i="0">
                <a:solidFill>
                  <a:schemeClr val="tx1"/>
                </a:solidFill>
                <a:latin typeface="Arial Regular" charset="0"/>
                <a:cs typeface="Arial Regular" charset="0"/>
              </a:defRPr>
            </a:lvl1pPr>
          </a:lstStyle>
          <a:p>
            <a:r>
              <a:rPr lang="en-US"/>
              <a:t>Presentation</a:t>
            </a:r>
            <a:br>
              <a:rPr lang="en-US"/>
            </a:br>
            <a:r>
              <a:rPr lang="en-US"/>
              <a:t>Title</a:t>
            </a:r>
          </a:p>
        </p:txBody>
      </p:sp>
      <p:sp>
        <p:nvSpPr>
          <p:cNvPr id="10" name="Text Placeholder 9"/>
          <p:cNvSpPr>
            <a:spLocks noGrp="1"/>
          </p:cNvSpPr>
          <p:nvPr>
            <p:ph type="body" sz="quarter" idx="12" hasCustomPrompt="1"/>
          </p:nvPr>
        </p:nvSpPr>
        <p:spPr>
          <a:xfrm>
            <a:off x="320675" y="2719817"/>
            <a:ext cx="3968750" cy="440834"/>
          </a:xfrm>
        </p:spPr>
        <p:txBody>
          <a:bodyPr lIns="0" tIns="0" rIns="0" bIns="0"/>
          <a:lstStyle>
            <a:lvl1pPr>
              <a:defRPr sz="1900">
                <a:solidFill>
                  <a:schemeClr val="tx1"/>
                </a:solidFill>
              </a:defRPr>
            </a:lvl1pPr>
          </a:lstStyle>
          <a:p>
            <a:pPr lvl="0"/>
            <a:r>
              <a:rPr lang="en-US"/>
              <a:t>Subtitle</a:t>
            </a:r>
          </a:p>
        </p:txBody>
      </p:sp>
      <p:sp>
        <p:nvSpPr>
          <p:cNvPr id="11" name="Text Placeholder 9"/>
          <p:cNvSpPr>
            <a:spLocks noGrp="1"/>
          </p:cNvSpPr>
          <p:nvPr>
            <p:ph type="body" sz="quarter" idx="13" hasCustomPrompt="1"/>
          </p:nvPr>
        </p:nvSpPr>
        <p:spPr>
          <a:xfrm>
            <a:off x="6421439" y="284622"/>
            <a:ext cx="2378176" cy="440834"/>
          </a:xfrm>
        </p:spPr>
        <p:txBody>
          <a:bodyPr lIns="0" tIns="0" rIns="0" bIns="0"/>
          <a:lstStyle>
            <a:lvl1pPr>
              <a:spcBef>
                <a:spcPct val="0"/>
              </a:spcBef>
              <a:defRPr sz="1100">
                <a:solidFill>
                  <a:schemeClr val="tx1"/>
                </a:solidFill>
              </a:defRPr>
            </a:lvl1pPr>
          </a:lstStyle>
          <a:p>
            <a:pPr lvl="0"/>
            <a:r>
              <a:rPr lang="en-US"/>
              <a:t>Presenter Name</a:t>
            </a:r>
          </a:p>
        </p:txBody>
      </p:sp>
      <p:sp>
        <p:nvSpPr>
          <p:cNvPr id="13" name="Text Placeholder 9"/>
          <p:cNvSpPr>
            <a:spLocks noGrp="1"/>
          </p:cNvSpPr>
          <p:nvPr>
            <p:ph type="body" sz="quarter" idx="15" hasCustomPrompt="1"/>
          </p:nvPr>
        </p:nvSpPr>
        <p:spPr>
          <a:xfrm>
            <a:off x="6421439" y="1602218"/>
            <a:ext cx="2378176" cy="828861"/>
          </a:xfrm>
        </p:spPr>
        <p:txBody>
          <a:bodyPr lIns="0" tIns="0" rIns="0" bIns="0"/>
          <a:lstStyle>
            <a:lvl1pPr>
              <a:defRPr sz="950" baseline="0">
                <a:solidFill>
                  <a:schemeClr val="tx1">
                    <a:lumMod val="65000"/>
                  </a:schemeClr>
                </a:solidFill>
                <a:latin typeface="Arial Narrow" charset="0"/>
                <a:ea typeface="Arial Narrow" charset="0"/>
                <a:cs typeface="Arial Narrow" charset="0"/>
              </a:defRPr>
            </a:lvl1pPr>
          </a:lstStyle>
          <a:p>
            <a:pPr lvl="0"/>
            <a:r>
              <a:rPr lang="en-US"/>
              <a:t>Disclaimer paragraph</a:t>
            </a:r>
          </a:p>
        </p:txBody>
      </p:sp>
      <p:sp>
        <p:nvSpPr>
          <p:cNvPr id="2" name="Date Placeholder 1"/>
          <p:cNvSpPr>
            <a:spLocks noGrp="1"/>
          </p:cNvSpPr>
          <p:nvPr>
            <p:ph type="dt" sz="half" idx="16"/>
          </p:nvPr>
        </p:nvSpPr>
        <p:spPr>
          <a:xfrm>
            <a:off x="6420775" y="1100212"/>
            <a:ext cx="2386676" cy="223277"/>
          </a:xfrm>
        </p:spPr>
        <p:txBody>
          <a:bodyPr/>
          <a:lstStyle>
            <a:lvl1pPr algn="l">
              <a:defRPr>
                <a:solidFill>
                  <a:schemeClr val="tx1"/>
                </a:solidFill>
              </a:defRPr>
            </a:lvl1pPr>
          </a:lstStyle>
          <a:p>
            <a:endParaRPr lang="en-US"/>
          </a:p>
        </p:txBody>
      </p:sp>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3736" y="5978718"/>
            <a:ext cx="1252728" cy="711008"/>
          </a:xfrm>
          <a:prstGeom prst="rect">
            <a:avLst/>
          </a:prstGeom>
        </p:spPr>
      </p:pic>
    </p:spTree>
    <p:extLst>
      <p:ext uri="{BB962C8B-B14F-4D97-AF65-F5344CB8AC3E}">
        <p14:creationId xmlns:p14="http://schemas.microsoft.com/office/powerpoint/2010/main" val="68412909"/>
      </p:ext>
    </p:extLst>
  </p:cSld>
  <p:clrMapOvr>
    <a:overrideClrMapping bg1="dk1" tx1="lt1" bg2="dk2" tx2="lt2" accent1="accent1" accent2="accent2" accent3="accent3" accent4="accent4" accent5="accent5" accent6="accent6" hlink="hlink" folHlink="folHlink"/>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white Big image">
    <p:spTree>
      <p:nvGrpSpPr>
        <p:cNvPr id="1" name=""/>
        <p:cNvGrpSpPr/>
        <p:nvPr/>
      </p:nvGrpSpPr>
      <p:grpSpPr>
        <a:xfrm>
          <a:off x="0" y="0"/>
          <a:ext cx="0" cy="0"/>
          <a:chOff x="0" y="0"/>
          <a:chExt cx="0" cy="0"/>
        </a:xfrm>
      </p:grpSpPr>
      <p:sp>
        <p:nvSpPr>
          <p:cNvPr id="4" name="Picture Placeholder 3"/>
          <p:cNvSpPr>
            <a:spLocks noGrp="1"/>
          </p:cNvSpPr>
          <p:nvPr>
            <p:ph type="pic" sz="quarter" idx="16" hasCustomPrompt="1"/>
          </p:nvPr>
        </p:nvSpPr>
        <p:spPr>
          <a:xfrm>
            <a:off x="320675" y="312738"/>
            <a:ext cx="8486775" cy="4645025"/>
          </a:xfrm>
          <a:ln>
            <a:noFill/>
          </a:ln>
        </p:spPr>
        <p:txBody>
          <a:bodyPr anchor="ctr"/>
          <a:lstStyle>
            <a:lvl1pPr algn="ctr">
              <a:defRPr>
                <a:solidFill>
                  <a:schemeClr val="tx1"/>
                </a:solidFill>
              </a:defRPr>
            </a:lvl1pPr>
          </a:lstStyle>
          <a:p>
            <a:r>
              <a:rPr lang="en-US"/>
              <a:t>Cover image</a:t>
            </a:r>
          </a:p>
        </p:txBody>
      </p:sp>
      <p:sp>
        <p:nvSpPr>
          <p:cNvPr id="8" name="Title 7"/>
          <p:cNvSpPr>
            <a:spLocks noGrp="1"/>
          </p:cNvSpPr>
          <p:nvPr>
            <p:ph type="title" hasCustomPrompt="1"/>
          </p:nvPr>
        </p:nvSpPr>
        <p:spPr>
          <a:xfrm>
            <a:off x="627626" y="556302"/>
            <a:ext cx="4863464" cy="1072240"/>
          </a:xfrm>
        </p:spPr>
        <p:txBody>
          <a:bodyPr lIns="0" tIns="0" rIns="0" bIns="0">
            <a:normAutofit/>
          </a:bodyPr>
          <a:lstStyle>
            <a:lvl1pPr>
              <a:lnSpc>
                <a:spcPct val="90000"/>
              </a:lnSpc>
              <a:defRPr sz="3750" b="0" i="0">
                <a:solidFill>
                  <a:schemeClr val="tx1"/>
                </a:solidFill>
                <a:latin typeface="Arial Regular" charset="0"/>
                <a:cs typeface="Arial Regular" charset="0"/>
              </a:defRPr>
            </a:lvl1pPr>
          </a:lstStyle>
          <a:p>
            <a:r>
              <a:rPr lang="en-US"/>
              <a:t>Presentation</a:t>
            </a:r>
            <a:br>
              <a:rPr lang="en-US"/>
            </a:br>
            <a:r>
              <a:rPr lang="en-US"/>
              <a:t>Title</a:t>
            </a:r>
          </a:p>
        </p:txBody>
      </p:sp>
      <p:sp>
        <p:nvSpPr>
          <p:cNvPr id="10" name="Text Placeholder 9"/>
          <p:cNvSpPr>
            <a:spLocks noGrp="1"/>
          </p:cNvSpPr>
          <p:nvPr>
            <p:ph type="body" sz="quarter" idx="12" hasCustomPrompt="1"/>
          </p:nvPr>
        </p:nvSpPr>
        <p:spPr>
          <a:xfrm>
            <a:off x="627625" y="1606241"/>
            <a:ext cx="4863464" cy="440834"/>
          </a:xfrm>
        </p:spPr>
        <p:txBody>
          <a:bodyPr lIns="0" tIns="0" rIns="0" bIns="0"/>
          <a:lstStyle>
            <a:lvl1pPr>
              <a:defRPr sz="1000">
                <a:solidFill>
                  <a:schemeClr val="tx1"/>
                </a:solidFill>
              </a:defRPr>
            </a:lvl1pPr>
          </a:lstStyle>
          <a:p>
            <a:pPr lvl="0"/>
            <a:r>
              <a:rPr lang="en-US"/>
              <a:t>Subtitle</a:t>
            </a:r>
          </a:p>
        </p:txBody>
      </p:sp>
      <p:sp>
        <p:nvSpPr>
          <p:cNvPr id="11" name="Text Placeholder 9"/>
          <p:cNvSpPr>
            <a:spLocks noGrp="1"/>
          </p:cNvSpPr>
          <p:nvPr>
            <p:ph type="body" sz="quarter" idx="13" hasCustomPrompt="1"/>
          </p:nvPr>
        </p:nvSpPr>
        <p:spPr>
          <a:xfrm>
            <a:off x="6421439" y="613908"/>
            <a:ext cx="2208150" cy="440834"/>
          </a:xfrm>
        </p:spPr>
        <p:txBody>
          <a:bodyPr lIns="0" tIns="0" rIns="0" bIns="0"/>
          <a:lstStyle>
            <a:lvl1pPr>
              <a:spcBef>
                <a:spcPct val="0"/>
              </a:spcBef>
              <a:defRPr sz="950">
                <a:solidFill>
                  <a:schemeClr val="tx1"/>
                </a:solidFill>
              </a:defRPr>
            </a:lvl1pPr>
          </a:lstStyle>
          <a:p>
            <a:pPr lvl="0"/>
            <a:r>
              <a:rPr lang="en-US"/>
              <a:t>Presenter Name</a:t>
            </a:r>
          </a:p>
        </p:txBody>
      </p:sp>
      <p:sp>
        <p:nvSpPr>
          <p:cNvPr id="13" name="Text Placeholder 9"/>
          <p:cNvSpPr>
            <a:spLocks noGrp="1"/>
          </p:cNvSpPr>
          <p:nvPr>
            <p:ph type="body" sz="quarter" idx="15" hasCustomPrompt="1"/>
          </p:nvPr>
        </p:nvSpPr>
        <p:spPr>
          <a:xfrm>
            <a:off x="6421439" y="1934679"/>
            <a:ext cx="2208150" cy="828861"/>
          </a:xfrm>
        </p:spPr>
        <p:txBody>
          <a:bodyPr lIns="0" tIns="0" rIns="0" bIns="0"/>
          <a:lstStyle>
            <a:lvl1pPr>
              <a:defRPr sz="950" baseline="0">
                <a:solidFill>
                  <a:schemeClr val="bg1">
                    <a:lumMod val="50000"/>
                  </a:schemeClr>
                </a:solidFill>
                <a:latin typeface="Arial Narrow" charset="0"/>
                <a:ea typeface="Arial Narrow" charset="0"/>
                <a:cs typeface="Arial Narrow" charset="0"/>
              </a:defRPr>
            </a:lvl1pPr>
          </a:lstStyle>
          <a:p>
            <a:pPr lvl="0"/>
            <a:r>
              <a:rPr lang="en-US"/>
              <a:t>Disclaimer paragraph</a:t>
            </a:r>
          </a:p>
        </p:txBody>
      </p:sp>
      <p:sp>
        <p:nvSpPr>
          <p:cNvPr id="2" name="Date Placeholder 1"/>
          <p:cNvSpPr>
            <a:spLocks noGrp="1"/>
          </p:cNvSpPr>
          <p:nvPr>
            <p:ph type="dt" sz="half" idx="17"/>
          </p:nvPr>
        </p:nvSpPr>
        <p:spPr>
          <a:xfrm>
            <a:off x="6420783" y="1291089"/>
            <a:ext cx="2216042" cy="223277"/>
          </a:xfrm>
        </p:spPr>
        <p:txBody>
          <a:bodyPr/>
          <a:lstStyle/>
          <a:p>
            <a:endParaRPr lang="en-US"/>
          </a:p>
        </p:txBody>
      </p:sp>
    </p:spTree>
    <p:extLst>
      <p:ext uri="{BB962C8B-B14F-4D97-AF65-F5344CB8AC3E}">
        <p14:creationId xmlns:p14="http://schemas.microsoft.com/office/powerpoint/2010/main" val="1646409323"/>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black Slim image">
    <p:bg>
      <p:bgRef idx="1001">
        <a:schemeClr val="bg1"/>
      </p:bgRef>
    </p:bg>
    <p:spTree>
      <p:nvGrpSpPr>
        <p:cNvPr id="1" name=""/>
        <p:cNvGrpSpPr/>
        <p:nvPr/>
      </p:nvGrpSpPr>
      <p:grpSpPr>
        <a:xfrm>
          <a:off x="0" y="0"/>
          <a:ext cx="0" cy="0"/>
          <a:chOff x="0" y="0"/>
          <a:chExt cx="0" cy="0"/>
        </a:xfrm>
      </p:grpSpPr>
      <p:sp>
        <p:nvSpPr>
          <p:cNvPr id="14" name="Rectangle 13"/>
          <p:cNvSpPr/>
          <p:nvPr userDrawn="1"/>
        </p:nvSpPr>
        <p:spPr>
          <a:xfrm>
            <a:off x="0" y="6018226"/>
            <a:ext cx="2381156" cy="83977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a:solidFill>
                <a:schemeClr val="tx1"/>
              </a:solidFill>
            </a:endParaRPr>
          </a:p>
        </p:txBody>
      </p:sp>
      <p:sp>
        <p:nvSpPr>
          <p:cNvPr id="4" name="Picture Placeholder 3"/>
          <p:cNvSpPr>
            <a:spLocks noGrp="1"/>
          </p:cNvSpPr>
          <p:nvPr>
            <p:ph type="pic" sz="quarter" idx="16" hasCustomPrompt="1"/>
          </p:nvPr>
        </p:nvSpPr>
        <p:spPr>
          <a:xfrm>
            <a:off x="320675" y="2419839"/>
            <a:ext cx="8486775" cy="2537621"/>
          </a:xfrm>
          <a:ln>
            <a:noFill/>
          </a:ln>
        </p:spPr>
        <p:txBody>
          <a:bodyPr anchor="ctr"/>
          <a:lstStyle>
            <a:lvl1pPr algn="ctr">
              <a:defRPr>
                <a:solidFill>
                  <a:schemeClr val="tx1"/>
                </a:solidFill>
              </a:defRPr>
            </a:lvl1pPr>
          </a:lstStyle>
          <a:p>
            <a:r>
              <a:rPr lang="en-US"/>
              <a:t>Cover image</a:t>
            </a:r>
          </a:p>
        </p:txBody>
      </p:sp>
      <p:sp>
        <p:nvSpPr>
          <p:cNvPr id="8" name="Title 7"/>
          <p:cNvSpPr>
            <a:spLocks noGrp="1"/>
          </p:cNvSpPr>
          <p:nvPr>
            <p:ph type="title" hasCustomPrompt="1"/>
          </p:nvPr>
        </p:nvSpPr>
        <p:spPr>
          <a:xfrm>
            <a:off x="320676" y="241240"/>
            <a:ext cx="5163199" cy="1072240"/>
          </a:xfrm>
        </p:spPr>
        <p:txBody>
          <a:bodyPr lIns="0" tIns="0" rIns="0" bIns="0">
            <a:normAutofit/>
          </a:bodyPr>
          <a:lstStyle>
            <a:lvl1pPr>
              <a:lnSpc>
                <a:spcPct val="90000"/>
              </a:lnSpc>
              <a:defRPr sz="3750" b="0" i="0">
                <a:solidFill>
                  <a:schemeClr val="tx1"/>
                </a:solidFill>
                <a:latin typeface="Arial Regular" charset="0"/>
                <a:cs typeface="Arial Regular" charset="0"/>
              </a:defRPr>
            </a:lvl1pPr>
          </a:lstStyle>
          <a:p>
            <a:r>
              <a:rPr lang="en-US"/>
              <a:t>Presentation</a:t>
            </a:r>
            <a:br>
              <a:rPr lang="en-US"/>
            </a:br>
            <a:r>
              <a:rPr lang="en-US"/>
              <a:t>Title</a:t>
            </a:r>
          </a:p>
        </p:txBody>
      </p:sp>
      <p:sp>
        <p:nvSpPr>
          <p:cNvPr id="10" name="Text Placeholder 9"/>
          <p:cNvSpPr>
            <a:spLocks noGrp="1"/>
          </p:cNvSpPr>
          <p:nvPr>
            <p:ph type="body" sz="quarter" idx="12" hasCustomPrompt="1"/>
          </p:nvPr>
        </p:nvSpPr>
        <p:spPr>
          <a:xfrm>
            <a:off x="320675" y="1291179"/>
            <a:ext cx="5163199" cy="440834"/>
          </a:xfrm>
        </p:spPr>
        <p:txBody>
          <a:bodyPr lIns="0" tIns="0" rIns="0" bIns="0"/>
          <a:lstStyle>
            <a:lvl1pPr>
              <a:defRPr sz="1000">
                <a:solidFill>
                  <a:schemeClr val="tx1"/>
                </a:solidFill>
              </a:defRPr>
            </a:lvl1pPr>
          </a:lstStyle>
          <a:p>
            <a:pPr lvl="0"/>
            <a:r>
              <a:rPr lang="en-US"/>
              <a:t>Subtitle</a:t>
            </a:r>
          </a:p>
        </p:txBody>
      </p:sp>
      <p:sp>
        <p:nvSpPr>
          <p:cNvPr id="11" name="Text Placeholder 9"/>
          <p:cNvSpPr>
            <a:spLocks noGrp="1"/>
          </p:cNvSpPr>
          <p:nvPr>
            <p:ph type="body" sz="quarter" idx="13" hasCustomPrompt="1"/>
          </p:nvPr>
        </p:nvSpPr>
        <p:spPr>
          <a:xfrm>
            <a:off x="6421438" y="298846"/>
            <a:ext cx="2378173" cy="440834"/>
          </a:xfrm>
        </p:spPr>
        <p:txBody>
          <a:bodyPr lIns="0" tIns="0" rIns="0" bIns="0"/>
          <a:lstStyle>
            <a:lvl1pPr>
              <a:spcBef>
                <a:spcPct val="0"/>
              </a:spcBef>
              <a:defRPr sz="950">
                <a:solidFill>
                  <a:schemeClr val="tx1"/>
                </a:solidFill>
              </a:defRPr>
            </a:lvl1pPr>
          </a:lstStyle>
          <a:p>
            <a:pPr lvl="0"/>
            <a:r>
              <a:rPr lang="en-US"/>
              <a:t>Presenter Name</a:t>
            </a:r>
          </a:p>
        </p:txBody>
      </p:sp>
      <p:sp>
        <p:nvSpPr>
          <p:cNvPr id="13" name="Text Placeholder 9"/>
          <p:cNvSpPr>
            <a:spLocks noGrp="1"/>
          </p:cNvSpPr>
          <p:nvPr>
            <p:ph type="body" sz="quarter" idx="15" hasCustomPrompt="1"/>
          </p:nvPr>
        </p:nvSpPr>
        <p:spPr>
          <a:xfrm>
            <a:off x="6421438" y="1598362"/>
            <a:ext cx="2378173" cy="828861"/>
          </a:xfrm>
        </p:spPr>
        <p:txBody>
          <a:bodyPr lIns="0" tIns="0" rIns="0" bIns="0"/>
          <a:lstStyle>
            <a:lvl1pPr>
              <a:defRPr sz="950" baseline="0">
                <a:solidFill>
                  <a:schemeClr val="tx1">
                    <a:lumMod val="65000"/>
                  </a:schemeClr>
                </a:solidFill>
                <a:latin typeface="Arial Narrow" charset="0"/>
                <a:ea typeface="Arial Narrow" charset="0"/>
                <a:cs typeface="Arial Narrow" charset="0"/>
              </a:defRPr>
            </a:lvl1pPr>
          </a:lstStyle>
          <a:p>
            <a:pPr lvl="0"/>
            <a:r>
              <a:rPr lang="en-US"/>
              <a:t>Disclaimer paragraph</a:t>
            </a:r>
          </a:p>
        </p:txBody>
      </p:sp>
      <p:sp>
        <p:nvSpPr>
          <p:cNvPr id="2" name="Date Placeholder 1"/>
          <p:cNvSpPr>
            <a:spLocks noGrp="1"/>
          </p:cNvSpPr>
          <p:nvPr>
            <p:ph type="dt" sz="half" idx="17"/>
          </p:nvPr>
        </p:nvSpPr>
        <p:spPr>
          <a:xfrm>
            <a:off x="6420776" y="1100212"/>
            <a:ext cx="2386674" cy="223277"/>
          </a:xfrm>
        </p:spPr>
        <p:txBody>
          <a:bodyPr/>
          <a:lstStyle>
            <a:lvl1pPr>
              <a:defRPr>
                <a:solidFill>
                  <a:srgbClr val="FFFFFF"/>
                </a:solidFill>
              </a:defRPr>
            </a:lvl1pPr>
          </a:lstStyle>
          <a:p>
            <a:endParaRPr lang="en-US"/>
          </a:p>
        </p:txBody>
      </p:sp>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3736" y="5978718"/>
            <a:ext cx="1252728" cy="711008"/>
          </a:xfrm>
          <a:prstGeom prst="rect">
            <a:avLst/>
          </a:prstGeom>
        </p:spPr>
      </p:pic>
    </p:spTree>
    <p:extLst>
      <p:ext uri="{BB962C8B-B14F-4D97-AF65-F5344CB8AC3E}">
        <p14:creationId xmlns:p14="http://schemas.microsoft.com/office/powerpoint/2010/main" val="2744765954"/>
      </p:ext>
    </p:extLst>
  </p:cSld>
  <p:clrMapOvr>
    <a:overrideClrMapping bg1="dk1" tx1="lt1" bg2="dk2" tx2="lt2" accent1="accent1" accent2="accent2" accent3="accent3" accent4="accent4" accent5="accent5" accent6="accent6" hlink="hlink" folHlink="folHlink"/>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white Slim image">
    <p:bg>
      <p:bgRef idx="1001">
        <a:schemeClr val="bg1"/>
      </p:bgRef>
    </p:bg>
    <p:spTree>
      <p:nvGrpSpPr>
        <p:cNvPr id="1" name=""/>
        <p:cNvGrpSpPr/>
        <p:nvPr/>
      </p:nvGrpSpPr>
      <p:grpSpPr>
        <a:xfrm>
          <a:off x="0" y="0"/>
          <a:ext cx="0" cy="0"/>
          <a:chOff x="0" y="0"/>
          <a:chExt cx="0" cy="0"/>
        </a:xfrm>
      </p:grpSpPr>
      <p:sp>
        <p:nvSpPr>
          <p:cNvPr id="4" name="Picture Placeholder 3"/>
          <p:cNvSpPr>
            <a:spLocks noGrp="1"/>
          </p:cNvSpPr>
          <p:nvPr>
            <p:ph type="pic" sz="quarter" idx="16" hasCustomPrompt="1"/>
          </p:nvPr>
        </p:nvSpPr>
        <p:spPr>
          <a:xfrm>
            <a:off x="320675" y="2419839"/>
            <a:ext cx="8486775" cy="2537621"/>
          </a:xfrm>
          <a:ln>
            <a:noFill/>
          </a:ln>
        </p:spPr>
        <p:txBody>
          <a:bodyPr anchor="ctr"/>
          <a:lstStyle>
            <a:lvl1pPr algn="ctr">
              <a:defRPr>
                <a:solidFill>
                  <a:schemeClr val="tx1"/>
                </a:solidFill>
              </a:defRPr>
            </a:lvl1pPr>
          </a:lstStyle>
          <a:p>
            <a:r>
              <a:rPr lang="en-US"/>
              <a:t>Cover image</a:t>
            </a:r>
          </a:p>
        </p:txBody>
      </p:sp>
      <p:sp>
        <p:nvSpPr>
          <p:cNvPr id="8" name="Title 7"/>
          <p:cNvSpPr>
            <a:spLocks noGrp="1"/>
          </p:cNvSpPr>
          <p:nvPr>
            <p:ph type="title" hasCustomPrompt="1"/>
          </p:nvPr>
        </p:nvSpPr>
        <p:spPr>
          <a:xfrm>
            <a:off x="320676" y="241240"/>
            <a:ext cx="4257351" cy="1072240"/>
          </a:xfrm>
        </p:spPr>
        <p:txBody>
          <a:bodyPr lIns="0" tIns="0" rIns="0" bIns="0">
            <a:normAutofit/>
          </a:bodyPr>
          <a:lstStyle>
            <a:lvl1pPr>
              <a:lnSpc>
                <a:spcPct val="90000"/>
              </a:lnSpc>
              <a:defRPr sz="3750" b="0" i="0">
                <a:solidFill>
                  <a:schemeClr val="tx1"/>
                </a:solidFill>
                <a:latin typeface="Arial Regular" charset="0"/>
                <a:cs typeface="Arial Regular" charset="0"/>
              </a:defRPr>
            </a:lvl1pPr>
          </a:lstStyle>
          <a:p>
            <a:r>
              <a:rPr lang="en-US"/>
              <a:t>Presentation</a:t>
            </a:r>
            <a:br>
              <a:rPr lang="en-US"/>
            </a:br>
            <a:r>
              <a:rPr lang="en-US"/>
              <a:t>Title</a:t>
            </a:r>
          </a:p>
        </p:txBody>
      </p:sp>
      <p:sp>
        <p:nvSpPr>
          <p:cNvPr id="10" name="Text Placeholder 9"/>
          <p:cNvSpPr>
            <a:spLocks noGrp="1"/>
          </p:cNvSpPr>
          <p:nvPr>
            <p:ph type="body" sz="quarter" idx="12" hasCustomPrompt="1"/>
          </p:nvPr>
        </p:nvSpPr>
        <p:spPr>
          <a:xfrm>
            <a:off x="320675" y="1291179"/>
            <a:ext cx="4257351" cy="440834"/>
          </a:xfrm>
        </p:spPr>
        <p:txBody>
          <a:bodyPr lIns="0" tIns="0" rIns="0" bIns="0"/>
          <a:lstStyle>
            <a:lvl1pPr>
              <a:defRPr sz="1000">
                <a:solidFill>
                  <a:schemeClr val="tx1"/>
                </a:solidFill>
              </a:defRPr>
            </a:lvl1pPr>
          </a:lstStyle>
          <a:p>
            <a:pPr lvl="0"/>
            <a:r>
              <a:rPr lang="en-US"/>
              <a:t>Subtitle</a:t>
            </a:r>
          </a:p>
        </p:txBody>
      </p:sp>
      <p:sp>
        <p:nvSpPr>
          <p:cNvPr id="11" name="Text Placeholder 9"/>
          <p:cNvSpPr>
            <a:spLocks noGrp="1"/>
          </p:cNvSpPr>
          <p:nvPr>
            <p:ph type="body" sz="quarter" idx="13" hasCustomPrompt="1"/>
          </p:nvPr>
        </p:nvSpPr>
        <p:spPr>
          <a:xfrm>
            <a:off x="6422098" y="298846"/>
            <a:ext cx="2377514" cy="440834"/>
          </a:xfrm>
        </p:spPr>
        <p:txBody>
          <a:bodyPr lIns="0" tIns="0" rIns="0" bIns="0"/>
          <a:lstStyle>
            <a:lvl1pPr>
              <a:spcBef>
                <a:spcPct val="0"/>
              </a:spcBef>
              <a:defRPr sz="950">
                <a:solidFill>
                  <a:schemeClr val="tx1"/>
                </a:solidFill>
              </a:defRPr>
            </a:lvl1pPr>
          </a:lstStyle>
          <a:p>
            <a:pPr lvl="0"/>
            <a:r>
              <a:rPr lang="en-US"/>
              <a:t>Presenter Name</a:t>
            </a:r>
          </a:p>
        </p:txBody>
      </p:sp>
      <p:sp>
        <p:nvSpPr>
          <p:cNvPr id="13" name="Text Placeholder 9"/>
          <p:cNvSpPr>
            <a:spLocks noGrp="1"/>
          </p:cNvSpPr>
          <p:nvPr>
            <p:ph type="body" sz="quarter" idx="15" hasCustomPrompt="1"/>
          </p:nvPr>
        </p:nvSpPr>
        <p:spPr>
          <a:xfrm>
            <a:off x="6422098" y="1601707"/>
            <a:ext cx="2377514" cy="828861"/>
          </a:xfrm>
        </p:spPr>
        <p:txBody>
          <a:bodyPr lIns="0" tIns="0" rIns="0" bIns="0"/>
          <a:lstStyle>
            <a:lvl1pPr>
              <a:defRPr sz="950" baseline="0">
                <a:solidFill>
                  <a:schemeClr val="bg1">
                    <a:lumMod val="50000"/>
                  </a:schemeClr>
                </a:solidFill>
                <a:latin typeface="Arial Narrow" charset="0"/>
                <a:ea typeface="Arial Narrow" charset="0"/>
                <a:cs typeface="Arial Narrow" charset="0"/>
              </a:defRPr>
            </a:lvl1pPr>
          </a:lstStyle>
          <a:p>
            <a:pPr lvl="0"/>
            <a:r>
              <a:rPr lang="en-US"/>
              <a:t>Disclaimer paragraph</a:t>
            </a:r>
          </a:p>
        </p:txBody>
      </p:sp>
      <p:sp>
        <p:nvSpPr>
          <p:cNvPr id="2" name="Date Placeholder 1"/>
          <p:cNvSpPr>
            <a:spLocks noGrp="1"/>
          </p:cNvSpPr>
          <p:nvPr>
            <p:ph type="dt" sz="half" idx="17"/>
          </p:nvPr>
        </p:nvSpPr>
        <p:spPr>
          <a:xfrm>
            <a:off x="6421438" y="1100212"/>
            <a:ext cx="2386012" cy="223277"/>
          </a:xfrm>
        </p:spPr>
        <p:txBody>
          <a:bodyPr/>
          <a:lstStyle/>
          <a:p>
            <a:endParaRPr lang="en-US"/>
          </a:p>
        </p:txBody>
      </p:sp>
    </p:spTree>
    <p:extLst>
      <p:ext uri="{BB962C8B-B14F-4D97-AF65-F5344CB8AC3E}">
        <p14:creationId xmlns:p14="http://schemas.microsoft.com/office/powerpoint/2010/main" val="2888406154"/>
      </p:ext>
    </p:extLst>
  </p:cSld>
  <p:clrMapOvr>
    <a:overrideClrMapping bg1="lt1" tx1="dk1" bg2="lt2" tx2="dk2" accent1="accent1" accent2="accent2" accent3="accent3" accent4="accent4" accent5="accent5" accent6="accent6" hlink="hlink" folHlink="folHlink"/>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85000"/>
              </a:lnSpc>
              <a:defRPr/>
            </a:lvl1pPr>
          </a:lstStyle>
          <a:p>
            <a:r>
              <a:rPr lang="en-US"/>
              <a:t>Click to edit Master title style</a:t>
            </a:r>
          </a:p>
        </p:txBody>
      </p:sp>
      <p:sp>
        <p:nvSpPr>
          <p:cNvPr id="3" name="Footer Placeholder 2"/>
          <p:cNvSpPr>
            <a:spLocks noGrp="1"/>
          </p:cNvSpPr>
          <p:nvPr>
            <p:ph type="ftr" sz="quarter" idx="10"/>
          </p:nvPr>
        </p:nvSpPr>
        <p:spPr/>
        <p:txBody>
          <a:bodyPr/>
          <a:lstStyle/>
          <a:p>
            <a:r>
              <a:rPr lang="en-US"/>
              <a:t>Private &amp; Confidential</a:t>
            </a:r>
          </a:p>
        </p:txBody>
      </p:sp>
      <p:sp>
        <p:nvSpPr>
          <p:cNvPr id="4" name="Slide Number Placeholder 3"/>
          <p:cNvSpPr>
            <a:spLocks noGrp="1"/>
          </p:cNvSpPr>
          <p:nvPr>
            <p:ph type="sldNum" sz="quarter" idx="11"/>
          </p:nvPr>
        </p:nvSpPr>
        <p:spPr/>
        <p:txBody>
          <a:bodyPr/>
          <a:lstStyle/>
          <a:p>
            <a:fld id="{BDDC3DCF-E0A7-DA4A-BC2C-1EC3743A297B}" type="slidenum">
              <a:rPr lang="en-US" smtClean="0"/>
              <a:t>‹#›</a:t>
            </a:fld>
            <a:endParaRPr lang="en-US"/>
          </a:p>
        </p:txBody>
      </p:sp>
      <p:sp>
        <p:nvSpPr>
          <p:cNvPr id="6" name="Content Placeholder 5"/>
          <p:cNvSpPr>
            <a:spLocks noGrp="1"/>
          </p:cNvSpPr>
          <p:nvPr>
            <p:ph sz="quarter" idx="12"/>
          </p:nvPr>
        </p:nvSpPr>
        <p:spPr>
          <a:xfrm>
            <a:off x="317351" y="1529220"/>
            <a:ext cx="8503543" cy="4279005"/>
          </a:xfrm>
        </p:spPr>
        <p:txBody>
          <a:bodyPr/>
          <a:lstStyle>
            <a:lvl1pPr>
              <a:defRPr b="0" i="0">
                <a:latin typeface="Arial Regular" charset="0"/>
                <a:cs typeface="Arial Regular" charset="0"/>
              </a:defRPr>
            </a:lvl1pPr>
            <a:lvl2pPr marL="0" marR="0" indent="0" algn="l" defTabSz="457200" rtl="0" eaLnBrk="1" fontAlgn="auto" latinLnBrk="0" hangingPunct="1">
              <a:lnSpc>
                <a:spcPct val="100000"/>
              </a:lnSpc>
              <a:spcBef>
                <a:spcPts val="500"/>
              </a:spcBef>
              <a:spcAft>
                <a:spcPct val="0"/>
              </a:spcAft>
              <a:buClrTx/>
              <a:buSzTx/>
              <a:buFont typeface="Arial"/>
              <a:buNone/>
              <a:defRPr b="0" i="0">
                <a:latin typeface="Arial Regular" charset="0"/>
                <a:cs typeface="Arial Regular" charset="0"/>
              </a:defRPr>
            </a:lvl2pPr>
          </a:lstStyle>
          <a:p>
            <a:pPr lvl="0"/>
            <a:r>
              <a:rPr lang="en-US"/>
              <a:t>Click to edit Master text styles</a:t>
            </a:r>
          </a:p>
          <a:p>
            <a:pPr marL="182880" marR="0" lvl="1" indent="-182880" algn="l" defTabSz="457200" rtl="0" eaLnBrk="1" fontAlgn="auto" latinLnBrk="0" hangingPunct="1">
              <a:lnSpc>
                <a:spcPct val="100000"/>
              </a:lnSpc>
              <a:spcBef>
                <a:spcPts val="500"/>
              </a:spcBef>
              <a:spcAft>
                <a:spcPct val="0"/>
              </a:spcAft>
              <a:buClrTx/>
              <a:buSzTx/>
              <a:buFont typeface="Arial"/>
              <a:buChar char="•"/>
              <a:defRPr/>
            </a:pPr>
            <a:r>
              <a:rPr lang="en-US"/>
              <a:t>Second level. Level 2 Body text can be Regular or Bold. Level 2 Body text can be Regular or Bold. </a:t>
            </a:r>
          </a:p>
          <a:p>
            <a:pPr lvl="2"/>
            <a:r>
              <a:rPr lang="en-US"/>
              <a:t>Third level</a:t>
            </a:r>
          </a:p>
          <a:p>
            <a:pPr lvl="3"/>
            <a:r>
              <a:rPr lang="en-US"/>
              <a:t>Fourth level</a:t>
            </a:r>
          </a:p>
          <a:p>
            <a:pPr lvl="4"/>
            <a:r>
              <a:rPr lang="en-US"/>
              <a:t>Fifth level</a:t>
            </a:r>
          </a:p>
        </p:txBody>
      </p:sp>
      <p:sp>
        <p:nvSpPr>
          <p:cNvPr id="7" name="Text Placeholder 9"/>
          <p:cNvSpPr>
            <a:spLocks noGrp="1"/>
          </p:cNvSpPr>
          <p:nvPr>
            <p:ph type="body" sz="quarter" idx="13" hasCustomPrompt="1"/>
          </p:nvPr>
        </p:nvSpPr>
        <p:spPr>
          <a:xfrm>
            <a:off x="314324" y="747521"/>
            <a:ext cx="8122409" cy="440834"/>
          </a:xfrm>
        </p:spPr>
        <p:txBody>
          <a:bodyPr lIns="0" tIns="0" rIns="0" bIns="0"/>
          <a:lstStyle>
            <a:lvl1pPr>
              <a:defRPr sz="1900" b="0">
                <a:solidFill>
                  <a:schemeClr val="tx1"/>
                </a:solidFill>
              </a:defRPr>
            </a:lvl1pPr>
          </a:lstStyle>
          <a:p>
            <a:pPr lvl="0"/>
            <a:r>
              <a:rPr lang="en-US"/>
              <a:t>Subtitle</a:t>
            </a:r>
          </a:p>
        </p:txBody>
      </p:sp>
    </p:spTree>
    <p:extLst>
      <p:ext uri="{BB962C8B-B14F-4D97-AF65-F5344CB8AC3E}">
        <p14:creationId xmlns:p14="http://schemas.microsoft.com/office/powerpoint/2010/main" val="3661002871"/>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Disclaime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r>
              <a:rPr lang="en-US"/>
              <a:t>Private &amp; Confidential</a:t>
            </a:r>
          </a:p>
        </p:txBody>
      </p:sp>
      <p:sp>
        <p:nvSpPr>
          <p:cNvPr id="4" name="Slide Number Placeholder 3"/>
          <p:cNvSpPr>
            <a:spLocks noGrp="1"/>
          </p:cNvSpPr>
          <p:nvPr>
            <p:ph type="sldNum" sz="quarter" idx="11"/>
          </p:nvPr>
        </p:nvSpPr>
        <p:spPr/>
        <p:txBody>
          <a:bodyPr/>
          <a:lstStyle/>
          <a:p>
            <a:fld id="{BDDC3DCF-E0A7-DA4A-BC2C-1EC3743A297B}" type="slidenum">
              <a:rPr lang="en-US" smtClean="0"/>
              <a:t>‹#›</a:t>
            </a:fld>
            <a:endParaRPr lang="en-US"/>
          </a:p>
        </p:txBody>
      </p:sp>
      <p:sp>
        <p:nvSpPr>
          <p:cNvPr id="6" name="Content Placeholder 5"/>
          <p:cNvSpPr>
            <a:spLocks noGrp="1"/>
          </p:cNvSpPr>
          <p:nvPr>
            <p:ph sz="quarter" idx="12"/>
          </p:nvPr>
        </p:nvSpPr>
        <p:spPr>
          <a:xfrm>
            <a:off x="317351" y="1529220"/>
            <a:ext cx="8503920" cy="2990117"/>
          </a:xfrm>
        </p:spPr>
        <p:txBody>
          <a:bodyPr/>
          <a:lstStyle>
            <a:lvl1pPr>
              <a:defRPr b="0" i="0">
                <a:latin typeface="Arial Regular" charset="0"/>
                <a:cs typeface="Arial Regular" charset="0"/>
              </a:defRPr>
            </a:lvl1pPr>
            <a:lvl2pPr marL="0" marR="0" indent="0" algn="l" defTabSz="457200" rtl="0" eaLnBrk="1" fontAlgn="auto" latinLnBrk="0" hangingPunct="1">
              <a:lnSpc>
                <a:spcPct val="100000"/>
              </a:lnSpc>
              <a:spcBef>
                <a:spcPts val="500"/>
              </a:spcBef>
              <a:spcAft>
                <a:spcPct val="0"/>
              </a:spcAft>
              <a:buClrTx/>
              <a:buSzTx/>
              <a:buFont typeface="Arial"/>
              <a:buNone/>
              <a:defRPr b="0" i="0">
                <a:latin typeface="Arial Regular" charset="0"/>
                <a:cs typeface="Arial Regular" charset="0"/>
              </a:defRPr>
            </a:lvl2pPr>
          </a:lstStyle>
          <a:p>
            <a:pPr lvl="0"/>
            <a:r>
              <a:rPr lang="en-US"/>
              <a:t>Click to edit Master text styles</a:t>
            </a:r>
          </a:p>
          <a:p>
            <a:pPr marL="182880" marR="0" lvl="1" indent="-182880" algn="l" defTabSz="457200" rtl="0" eaLnBrk="1" fontAlgn="auto" latinLnBrk="0" hangingPunct="1">
              <a:lnSpc>
                <a:spcPct val="100000"/>
              </a:lnSpc>
              <a:spcBef>
                <a:spcPts val="500"/>
              </a:spcBef>
              <a:spcAft>
                <a:spcPct val="0"/>
              </a:spcAft>
              <a:buClrTx/>
              <a:buSzTx/>
              <a:buFont typeface="Arial"/>
              <a:buChar char="•"/>
              <a:defRPr/>
            </a:pPr>
            <a:r>
              <a:rPr lang="en-US"/>
              <a:t>Second level. Level 2 Body text can be Regular or Bold. Level 2 Body text can be Regular or Bold. </a:t>
            </a:r>
          </a:p>
          <a:p>
            <a:pPr lvl="2"/>
            <a:r>
              <a:rPr lang="en-US"/>
              <a:t>Third level</a:t>
            </a:r>
          </a:p>
          <a:p>
            <a:pPr lvl="3"/>
            <a:r>
              <a:rPr lang="en-US"/>
              <a:t>Fourth level</a:t>
            </a:r>
          </a:p>
          <a:p>
            <a:pPr lvl="4"/>
            <a:r>
              <a:rPr lang="en-US"/>
              <a:t>Fifth level</a:t>
            </a:r>
          </a:p>
        </p:txBody>
      </p:sp>
      <p:sp>
        <p:nvSpPr>
          <p:cNvPr id="7" name="Content Placeholder 5"/>
          <p:cNvSpPr>
            <a:spLocks noGrp="1"/>
          </p:cNvSpPr>
          <p:nvPr>
            <p:ph sz="quarter" idx="13"/>
          </p:nvPr>
        </p:nvSpPr>
        <p:spPr>
          <a:xfrm>
            <a:off x="314324" y="4921041"/>
            <a:ext cx="8503920" cy="1096047"/>
          </a:xfrm>
        </p:spPr>
        <p:txBody>
          <a:bodyPr anchor="b"/>
          <a:lstStyle>
            <a:lvl1pPr>
              <a:defRPr sz="950" b="0" i="0">
                <a:latin typeface="Arial Narrow" charset="0"/>
                <a:ea typeface="Arial Narrow" charset="0"/>
                <a:cs typeface="Arial Narrow" charset="0"/>
              </a:defRPr>
            </a:lvl1pPr>
            <a:lvl2pPr marL="0" marR="0" indent="0" algn="l" defTabSz="457200" rtl="0" eaLnBrk="1" fontAlgn="auto" latinLnBrk="0" hangingPunct="1">
              <a:lnSpc>
                <a:spcPct val="100000"/>
              </a:lnSpc>
              <a:spcBef>
                <a:spcPts val="500"/>
              </a:spcBef>
              <a:spcAft>
                <a:spcPct val="0"/>
              </a:spcAft>
              <a:buClrTx/>
              <a:buSzTx/>
              <a:buFont typeface="Arial"/>
              <a:buNone/>
              <a:defRPr sz="950" b="0" i="0">
                <a:latin typeface="Arial Narrow" charset="0"/>
                <a:ea typeface="Arial Narrow" charset="0"/>
                <a:cs typeface="Arial Narrow" charset="0"/>
              </a:defRPr>
            </a:lvl2pPr>
            <a:lvl3pPr>
              <a:defRPr sz="950">
                <a:latin typeface="Arial Narrow" charset="0"/>
                <a:ea typeface="Arial Narrow" charset="0"/>
                <a:cs typeface="Arial Narrow" charset="0"/>
              </a:defRPr>
            </a:lvl3pPr>
            <a:lvl4pPr>
              <a:defRPr sz="950">
                <a:latin typeface="Arial Narrow" charset="0"/>
                <a:ea typeface="Arial Narrow" charset="0"/>
                <a:cs typeface="Arial Narrow" charset="0"/>
              </a:defRPr>
            </a:lvl4pPr>
            <a:lvl5pPr>
              <a:defRPr sz="950">
                <a:latin typeface="Arial Narrow" charset="0"/>
                <a:ea typeface="Arial Narrow" charset="0"/>
                <a:cs typeface="Arial Narrow" charset="0"/>
              </a:defRPr>
            </a:lvl5pPr>
          </a:lstStyle>
          <a:p>
            <a:pPr lvl="0"/>
            <a:r>
              <a:rPr lang="en-US"/>
              <a:t>Click to edit Master text styles</a:t>
            </a:r>
          </a:p>
          <a:p>
            <a:pPr marL="182880" marR="0" lvl="1" indent="-182880" algn="l" defTabSz="457200" rtl="0" eaLnBrk="1" fontAlgn="auto" latinLnBrk="0" hangingPunct="1">
              <a:lnSpc>
                <a:spcPct val="100000"/>
              </a:lnSpc>
              <a:spcBef>
                <a:spcPts val="500"/>
              </a:spcBef>
              <a:spcAft>
                <a:spcPct val="0"/>
              </a:spcAft>
              <a:buClrTx/>
              <a:buSzTx/>
              <a:buFont typeface="Arial"/>
              <a:buChar char="•"/>
              <a:defRPr/>
            </a:pPr>
            <a:r>
              <a:rPr lang="en-US"/>
              <a:t>Second level. Level 2 Body text can be Regular or Bold. Level 2 Body text can be Regular or Bold. </a:t>
            </a:r>
          </a:p>
          <a:p>
            <a:pPr lvl="2"/>
            <a:r>
              <a:rPr lang="en-US"/>
              <a:t>Third level</a:t>
            </a:r>
          </a:p>
          <a:p>
            <a:pPr lvl="3"/>
            <a:r>
              <a:rPr lang="en-US"/>
              <a:t>Fourth level</a:t>
            </a:r>
          </a:p>
          <a:p>
            <a:pPr lvl="4"/>
            <a:r>
              <a:rPr lang="en-US"/>
              <a:t>Fifth level</a:t>
            </a:r>
          </a:p>
        </p:txBody>
      </p:sp>
      <p:sp>
        <p:nvSpPr>
          <p:cNvPr id="8" name="Text Placeholder 9"/>
          <p:cNvSpPr>
            <a:spLocks noGrp="1"/>
          </p:cNvSpPr>
          <p:nvPr>
            <p:ph type="body" sz="quarter" idx="14" hasCustomPrompt="1"/>
          </p:nvPr>
        </p:nvSpPr>
        <p:spPr>
          <a:xfrm>
            <a:off x="314324" y="747521"/>
            <a:ext cx="8122409" cy="440834"/>
          </a:xfrm>
        </p:spPr>
        <p:txBody>
          <a:bodyPr lIns="0" tIns="0" rIns="0" bIns="0"/>
          <a:lstStyle>
            <a:lvl1pPr>
              <a:defRPr sz="1900" b="0">
                <a:solidFill>
                  <a:schemeClr val="tx1"/>
                </a:solidFill>
              </a:defRPr>
            </a:lvl1pPr>
          </a:lstStyle>
          <a:p>
            <a:pPr lvl="0"/>
            <a:r>
              <a:rPr lang="en-US"/>
              <a:t>Subtitle</a:t>
            </a:r>
          </a:p>
        </p:txBody>
      </p:sp>
    </p:spTree>
    <p:extLst>
      <p:ext uri="{BB962C8B-B14F-4D97-AF65-F5344CB8AC3E}">
        <p14:creationId xmlns:p14="http://schemas.microsoft.com/office/powerpoint/2010/main" val="3767424387"/>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Big poi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r>
              <a:rPr lang="en-US"/>
              <a:t>Private &amp; Confidential</a:t>
            </a:r>
          </a:p>
        </p:txBody>
      </p:sp>
      <p:sp>
        <p:nvSpPr>
          <p:cNvPr id="4" name="Slide Number Placeholder 3"/>
          <p:cNvSpPr>
            <a:spLocks noGrp="1"/>
          </p:cNvSpPr>
          <p:nvPr>
            <p:ph type="sldNum" sz="quarter" idx="11"/>
          </p:nvPr>
        </p:nvSpPr>
        <p:spPr/>
        <p:txBody>
          <a:bodyPr/>
          <a:lstStyle/>
          <a:p>
            <a:fld id="{BDDC3DCF-E0A7-DA4A-BC2C-1EC3743A297B}" type="slidenum">
              <a:rPr lang="en-US" smtClean="0"/>
              <a:t>‹#›</a:t>
            </a:fld>
            <a:endParaRPr lang="en-US"/>
          </a:p>
        </p:txBody>
      </p:sp>
      <p:sp>
        <p:nvSpPr>
          <p:cNvPr id="6" name="Content Placeholder 5"/>
          <p:cNvSpPr>
            <a:spLocks noGrp="1"/>
          </p:cNvSpPr>
          <p:nvPr>
            <p:ph sz="quarter" idx="12" hasCustomPrompt="1"/>
          </p:nvPr>
        </p:nvSpPr>
        <p:spPr>
          <a:xfrm>
            <a:off x="317350" y="1464423"/>
            <a:ext cx="4553195" cy="4339737"/>
          </a:xfrm>
        </p:spPr>
        <p:txBody>
          <a:bodyPr/>
          <a:lstStyle>
            <a:lvl1pPr>
              <a:defRPr sz="3750" b="0" i="0">
                <a:latin typeface="Arial Regular" charset="0"/>
                <a:cs typeface="Arial Regular" charset="0"/>
              </a:defRPr>
            </a:lvl1pPr>
          </a:lstStyle>
          <a:p>
            <a:pPr lvl="0"/>
            <a:r>
              <a:rPr lang="en-US"/>
              <a:t>This is a quote or a call-out message.</a:t>
            </a:r>
          </a:p>
          <a:p>
            <a:pPr lvl="1"/>
            <a:r>
              <a:rPr lang="en-US"/>
              <a:t>Second level</a:t>
            </a:r>
          </a:p>
          <a:p>
            <a:pPr lvl="2"/>
            <a:r>
              <a:rPr lang="en-US"/>
              <a:t>Third level</a:t>
            </a:r>
          </a:p>
          <a:p>
            <a:pPr lvl="3"/>
            <a:r>
              <a:rPr lang="en-US"/>
              <a:t>Fourth level</a:t>
            </a:r>
          </a:p>
          <a:p>
            <a:pPr lvl="4"/>
            <a:r>
              <a:rPr lang="en-US"/>
              <a:t>Fifth level</a:t>
            </a:r>
          </a:p>
        </p:txBody>
      </p:sp>
      <p:sp>
        <p:nvSpPr>
          <p:cNvPr id="7" name="Content Placeholder 5"/>
          <p:cNvSpPr>
            <a:spLocks noGrp="1"/>
          </p:cNvSpPr>
          <p:nvPr>
            <p:ph sz="quarter" idx="13" hasCustomPrompt="1"/>
          </p:nvPr>
        </p:nvSpPr>
        <p:spPr>
          <a:xfrm>
            <a:off x="5325131" y="1464423"/>
            <a:ext cx="3482320" cy="4339484"/>
          </a:xfrm>
        </p:spPr>
        <p:txBody>
          <a:bodyPr/>
          <a:lstStyle>
            <a:lvl1pPr>
              <a:defRPr sz="2000" b="0" i="0" baseline="0">
                <a:latin typeface="Arial Regular" charset="0"/>
                <a:cs typeface="Arial Regular" charset="0"/>
              </a:defRPr>
            </a:lvl1pPr>
            <a:lvl2pPr marL="171450" indent="-171450">
              <a:buFont typeface="Arial"/>
              <a:buChar char="•"/>
              <a:defRPr sz="1000"/>
            </a:lvl2pPr>
          </a:lstStyle>
          <a:p>
            <a:pPr lvl="0"/>
            <a:r>
              <a:rPr lang="en-US"/>
              <a:t>Play with your available ratios</a:t>
            </a:r>
          </a:p>
          <a:p>
            <a:pPr lvl="1"/>
            <a:r>
              <a:rPr lang="en-US"/>
              <a:t>Second level</a:t>
            </a:r>
          </a:p>
          <a:p>
            <a:pPr lvl="2"/>
            <a:r>
              <a:rPr lang="en-US"/>
              <a:t>Third level</a:t>
            </a:r>
          </a:p>
          <a:p>
            <a:pPr lvl="3"/>
            <a:r>
              <a:rPr lang="en-US"/>
              <a:t>Fourth level</a:t>
            </a:r>
          </a:p>
          <a:p>
            <a:pPr lvl="4"/>
            <a:r>
              <a:rPr lang="en-US"/>
              <a:t>Fifth level</a:t>
            </a:r>
          </a:p>
        </p:txBody>
      </p:sp>
      <p:sp>
        <p:nvSpPr>
          <p:cNvPr id="8" name="Text Placeholder 9"/>
          <p:cNvSpPr>
            <a:spLocks noGrp="1"/>
          </p:cNvSpPr>
          <p:nvPr>
            <p:ph type="body" sz="quarter" idx="14" hasCustomPrompt="1"/>
          </p:nvPr>
        </p:nvSpPr>
        <p:spPr>
          <a:xfrm>
            <a:off x="314324" y="747521"/>
            <a:ext cx="8122409" cy="440834"/>
          </a:xfrm>
        </p:spPr>
        <p:txBody>
          <a:bodyPr lIns="0" tIns="0" rIns="0" bIns="0"/>
          <a:lstStyle>
            <a:lvl1pPr>
              <a:defRPr sz="1900" b="0">
                <a:solidFill>
                  <a:schemeClr val="tx1"/>
                </a:solidFill>
              </a:defRPr>
            </a:lvl1pPr>
          </a:lstStyle>
          <a:p>
            <a:pPr lvl="0"/>
            <a:r>
              <a:rPr lang="en-US"/>
              <a:t>Subtitle</a:t>
            </a:r>
          </a:p>
        </p:txBody>
      </p:sp>
    </p:spTree>
    <p:extLst>
      <p:ext uri="{BB962C8B-B14F-4D97-AF65-F5344CB8AC3E}">
        <p14:creationId xmlns:p14="http://schemas.microsoft.com/office/powerpoint/2010/main" val="2529520575"/>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white plain">
    <p:bg>
      <p:bgRef idx="1001">
        <a:schemeClr val="bg1"/>
      </p:bgRef>
    </p:bg>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320676" y="183512"/>
            <a:ext cx="7315200" cy="5170834"/>
          </a:xfrm>
        </p:spPr>
        <p:txBody>
          <a:bodyPr lIns="0" tIns="0" rIns="0" bIns="0"/>
          <a:lstStyle>
            <a:lvl1pPr>
              <a:lnSpc>
                <a:spcPct val="90000"/>
              </a:lnSpc>
              <a:defRPr sz="5700" b="0" i="0">
                <a:solidFill>
                  <a:schemeClr val="tx1"/>
                </a:solidFill>
                <a:latin typeface="Arial Regular" charset="0"/>
                <a:cs typeface="Arial Regular" charset="0"/>
              </a:defRPr>
            </a:lvl1pPr>
          </a:lstStyle>
          <a:p>
            <a:r>
              <a:rPr lang="en-US"/>
              <a:t>Divider</a:t>
            </a:r>
            <a:br>
              <a:rPr lang="en-US"/>
            </a:br>
            <a:r>
              <a:rPr lang="en-US"/>
              <a:t>Page</a:t>
            </a:r>
          </a:p>
        </p:txBody>
      </p:sp>
      <p:sp>
        <p:nvSpPr>
          <p:cNvPr id="3" name="Footer Placeholder 2"/>
          <p:cNvSpPr>
            <a:spLocks noGrp="1"/>
          </p:cNvSpPr>
          <p:nvPr>
            <p:ph type="ftr" sz="quarter" idx="17"/>
          </p:nvPr>
        </p:nvSpPr>
        <p:spPr/>
        <p:txBody>
          <a:bodyPr/>
          <a:lstStyle/>
          <a:p>
            <a:r>
              <a:rPr lang="en-US"/>
              <a:t>Private &amp; Confidential</a:t>
            </a:r>
          </a:p>
        </p:txBody>
      </p:sp>
      <p:sp>
        <p:nvSpPr>
          <p:cNvPr id="5" name="Slide Number Placeholder 4"/>
          <p:cNvSpPr>
            <a:spLocks noGrp="1"/>
          </p:cNvSpPr>
          <p:nvPr>
            <p:ph type="sldNum" sz="quarter" idx="18"/>
          </p:nvPr>
        </p:nvSpPr>
        <p:spPr/>
        <p:txBody>
          <a:bodyPr/>
          <a:lstStyle/>
          <a:p>
            <a:fld id="{BDDC3DCF-E0A7-DA4A-BC2C-1EC3743A297B}" type="slidenum">
              <a:rPr lang="en-US" smtClean="0"/>
              <a:t>‹#›</a:t>
            </a:fld>
            <a:endParaRPr lang="en-US"/>
          </a:p>
        </p:txBody>
      </p:sp>
    </p:spTree>
    <p:extLst>
      <p:ext uri="{BB962C8B-B14F-4D97-AF65-F5344CB8AC3E}">
        <p14:creationId xmlns:p14="http://schemas.microsoft.com/office/powerpoint/2010/main" val="2669430039"/>
      </p:ext>
    </p:extLst>
  </p:cSld>
  <p:clrMapOvr>
    <a:overrideClrMapping bg1="lt1" tx1="dk1" bg2="lt2" tx2="dk2" accent1="accent1" accent2="accent2" accent3="accent3" accent4="accent4" accent5="accent5" accent6="accent6" hlink="hlink" folHlink="folHlink"/>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black plain">
    <p:bg>
      <p:bgRef idx="1001">
        <a:schemeClr val="bg1"/>
      </p:bgRef>
    </p:bg>
    <p:spTree>
      <p:nvGrpSpPr>
        <p:cNvPr id="1" name=""/>
        <p:cNvGrpSpPr/>
        <p:nvPr/>
      </p:nvGrpSpPr>
      <p:grpSpPr>
        <a:xfrm>
          <a:off x="0" y="0"/>
          <a:ext cx="0" cy="0"/>
          <a:chOff x="0" y="0"/>
          <a:chExt cx="0" cy="0"/>
        </a:xfrm>
      </p:grpSpPr>
      <p:sp>
        <p:nvSpPr>
          <p:cNvPr id="14" name="Rectangle 13"/>
          <p:cNvSpPr/>
          <p:nvPr userDrawn="1"/>
        </p:nvSpPr>
        <p:spPr>
          <a:xfrm>
            <a:off x="0" y="6018226"/>
            <a:ext cx="2381156" cy="83977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a:solidFill>
                <a:schemeClr val="tx1"/>
              </a:solidFill>
            </a:endParaRPr>
          </a:p>
        </p:txBody>
      </p:sp>
      <p:sp>
        <p:nvSpPr>
          <p:cNvPr id="8" name="Title 7"/>
          <p:cNvSpPr>
            <a:spLocks noGrp="1"/>
          </p:cNvSpPr>
          <p:nvPr>
            <p:ph type="title" hasCustomPrompt="1"/>
          </p:nvPr>
        </p:nvSpPr>
        <p:spPr>
          <a:xfrm>
            <a:off x="320676" y="183512"/>
            <a:ext cx="7315200" cy="5170834"/>
          </a:xfrm>
        </p:spPr>
        <p:txBody>
          <a:bodyPr lIns="0" tIns="0" rIns="0" bIns="0"/>
          <a:lstStyle>
            <a:lvl1pPr>
              <a:lnSpc>
                <a:spcPct val="90000"/>
              </a:lnSpc>
              <a:defRPr sz="5700" b="0" i="0">
                <a:solidFill>
                  <a:schemeClr val="tx1"/>
                </a:solidFill>
                <a:latin typeface="Arial Regular" charset="0"/>
                <a:cs typeface="Arial Regular" charset="0"/>
              </a:defRPr>
            </a:lvl1pPr>
          </a:lstStyle>
          <a:p>
            <a:r>
              <a:rPr lang="en-US"/>
              <a:t>Divider</a:t>
            </a:r>
            <a:br>
              <a:rPr lang="en-US"/>
            </a:br>
            <a:r>
              <a:rPr lang="en-US"/>
              <a:t>Page</a:t>
            </a:r>
          </a:p>
        </p:txBody>
      </p:sp>
      <p:sp>
        <p:nvSpPr>
          <p:cNvPr id="3" name="Footer Placeholder 2"/>
          <p:cNvSpPr>
            <a:spLocks noGrp="1"/>
          </p:cNvSpPr>
          <p:nvPr>
            <p:ph type="ftr" sz="quarter" idx="17"/>
          </p:nvPr>
        </p:nvSpPr>
        <p:spPr/>
        <p:txBody>
          <a:bodyPr/>
          <a:lstStyle>
            <a:lvl1pPr>
              <a:defRPr>
                <a:solidFill>
                  <a:srgbClr val="FFFFFF"/>
                </a:solidFill>
              </a:defRPr>
            </a:lvl1pPr>
          </a:lstStyle>
          <a:p>
            <a:r>
              <a:rPr lang="en-US"/>
              <a:t>Private &amp; Confidential</a:t>
            </a:r>
          </a:p>
        </p:txBody>
      </p:sp>
      <p:sp>
        <p:nvSpPr>
          <p:cNvPr id="5" name="Slide Number Placeholder 4"/>
          <p:cNvSpPr>
            <a:spLocks noGrp="1"/>
          </p:cNvSpPr>
          <p:nvPr>
            <p:ph type="sldNum" sz="quarter" idx="18"/>
          </p:nvPr>
        </p:nvSpPr>
        <p:spPr/>
        <p:txBody>
          <a:bodyPr/>
          <a:lstStyle>
            <a:lvl1pPr>
              <a:defRPr>
                <a:solidFill>
                  <a:schemeClr val="tx1"/>
                </a:solidFill>
              </a:defRPr>
            </a:lvl1pPr>
          </a:lstStyle>
          <a:p>
            <a:fld id="{BDDC3DCF-E0A7-DA4A-BC2C-1EC3743A297B}" type="slidenum">
              <a:rPr lang="en-US" smtClean="0"/>
              <a:t>‹#›</a:t>
            </a:fld>
            <a:endParaRPr lang="en-US"/>
          </a:p>
        </p:txBody>
      </p: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3736" y="5978718"/>
            <a:ext cx="1252728" cy="711008"/>
          </a:xfrm>
          <a:prstGeom prst="rect">
            <a:avLst/>
          </a:prstGeom>
        </p:spPr>
      </p:pic>
    </p:spTree>
    <p:extLst>
      <p:ext uri="{BB962C8B-B14F-4D97-AF65-F5344CB8AC3E}">
        <p14:creationId xmlns:p14="http://schemas.microsoft.com/office/powerpoint/2010/main" val="2891646557"/>
      </p:ext>
    </p:extLst>
  </p:cSld>
  <p:clrMapOvr>
    <a:overrideClrMapping bg1="dk1" tx1="lt1" bg2="dk2" tx2="lt2" accent1="accent1" accent2="accent2" accent3="accent3" accent4="accent4" accent5="accent5" accent6="accent6" hlink="hlink" folHlink="folHlink"/>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Image Big title">
    <p:bg>
      <p:bgRef idx="1001">
        <a:schemeClr val="bg1"/>
      </p:bgRef>
    </p:bg>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320676" y="223699"/>
            <a:ext cx="7315200" cy="1201846"/>
          </a:xfrm>
        </p:spPr>
        <p:txBody>
          <a:bodyPr lIns="0" tIns="0" rIns="0" bIns="0"/>
          <a:lstStyle>
            <a:lvl1pPr>
              <a:lnSpc>
                <a:spcPct val="90000"/>
              </a:lnSpc>
              <a:defRPr sz="3750" b="0" i="0">
                <a:solidFill>
                  <a:schemeClr val="tx1"/>
                </a:solidFill>
                <a:latin typeface="Arial Regular" charset="0"/>
                <a:cs typeface="Arial Regular" charset="0"/>
              </a:defRPr>
            </a:lvl1pPr>
          </a:lstStyle>
          <a:p>
            <a:r>
              <a:rPr lang="en-US"/>
              <a:t>Divider</a:t>
            </a:r>
            <a:br>
              <a:rPr lang="en-US"/>
            </a:br>
            <a:r>
              <a:rPr lang="en-US"/>
              <a:t>Page</a:t>
            </a:r>
          </a:p>
        </p:txBody>
      </p:sp>
      <p:sp>
        <p:nvSpPr>
          <p:cNvPr id="3" name="Footer Placeholder 2"/>
          <p:cNvSpPr>
            <a:spLocks noGrp="1"/>
          </p:cNvSpPr>
          <p:nvPr>
            <p:ph type="ftr" sz="quarter" idx="17"/>
          </p:nvPr>
        </p:nvSpPr>
        <p:spPr/>
        <p:txBody>
          <a:bodyPr/>
          <a:lstStyle/>
          <a:p>
            <a:r>
              <a:rPr lang="en-US"/>
              <a:t>Private &amp; Confidential</a:t>
            </a:r>
          </a:p>
        </p:txBody>
      </p:sp>
      <p:sp>
        <p:nvSpPr>
          <p:cNvPr id="5" name="Slide Number Placeholder 4"/>
          <p:cNvSpPr>
            <a:spLocks noGrp="1"/>
          </p:cNvSpPr>
          <p:nvPr>
            <p:ph type="sldNum" sz="quarter" idx="18"/>
          </p:nvPr>
        </p:nvSpPr>
        <p:spPr/>
        <p:txBody>
          <a:bodyPr/>
          <a:lstStyle/>
          <a:p>
            <a:fld id="{BDDC3DCF-E0A7-DA4A-BC2C-1EC3743A297B}" type="slidenum">
              <a:rPr lang="en-US" smtClean="0"/>
              <a:t>‹#›</a:t>
            </a:fld>
            <a:endParaRPr lang="en-US"/>
          </a:p>
        </p:txBody>
      </p:sp>
      <p:sp>
        <p:nvSpPr>
          <p:cNvPr id="6" name="Picture Placeholder 5"/>
          <p:cNvSpPr>
            <a:spLocks noGrp="1"/>
          </p:cNvSpPr>
          <p:nvPr>
            <p:ph type="pic" sz="quarter" idx="19"/>
          </p:nvPr>
        </p:nvSpPr>
        <p:spPr>
          <a:xfrm>
            <a:off x="320676" y="2219101"/>
            <a:ext cx="8499474" cy="3572099"/>
          </a:xfrm>
        </p:spPr>
        <p:txBody>
          <a:bodyPr anchor="ctr"/>
          <a:lstStyle>
            <a:lvl1pPr algn="ctr">
              <a:defRPr/>
            </a:lvl1pPr>
          </a:lstStyle>
          <a:p>
            <a:endParaRPr lang="en-US"/>
          </a:p>
        </p:txBody>
      </p:sp>
    </p:spTree>
    <p:extLst>
      <p:ext uri="{BB962C8B-B14F-4D97-AF65-F5344CB8AC3E}">
        <p14:creationId xmlns:p14="http://schemas.microsoft.com/office/powerpoint/2010/main" val="3562764503"/>
      </p:ext>
    </p:extLst>
  </p:cSld>
  <p:clrMapOvr>
    <a:overrideClrMapping bg1="lt1" tx1="dk1" bg2="lt2" tx2="dk2" accent1="accent1" accent2="accent2" accent3="accent3" accent4="accent4" accent5="accent5" accent6="accent6" hlink="hlink" folHlink="folHlink"/>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white Image Small title">
    <p:bg>
      <p:bgRef idx="1001">
        <a:schemeClr val="bg1"/>
      </p:bgRef>
    </p:bg>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320676" y="262227"/>
            <a:ext cx="7315200" cy="1046682"/>
          </a:xfrm>
        </p:spPr>
        <p:txBody>
          <a:bodyPr lIns="0" tIns="0" rIns="0" bIns="0"/>
          <a:lstStyle>
            <a:lvl1pPr>
              <a:lnSpc>
                <a:spcPct val="95000"/>
              </a:lnSpc>
              <a:defRPr sz="2000" b="0" i="0">
                <a:solidFill>
                  <a:schemeClr val="tx1"/>
                </a:solidFill>
                <a:latin typeface="Arial Regular" charset="0"/>
                <a:cs typeface="Arial Regular" charset="0"/>
              </a:defRPr>
            </a:lvl1pPr>
          </a:lstStyle>
          <a:p>
            <a:r>
              <a:rPr lang="en-US"/>
              <a:t>Divider</a:t>
            </a:r>
            <a:br>
              <a:rPr lang="en-US"/>
            </a:br>
            <a:r>
              <a:rPr lang="en-US"/>
              <a:t>Page</a:t>
            </a:r>
          </a:p>
        </p:txBody>
      </p:sp>
      <p:sp>
        <p:nvSpPr>
          <p:cNvPr id="3" name="Footer Placeholder 2"/>
          <p:cNvSpPr>
            <a:spLocks noGrp="1"/>
          </p:cNvSpPr>
          <p:nvPr>
            <p:ph type="ftr" sz="quarter" idx="17"/>
          </p:nvPr>
        </p:nvSpPr>
        <p:spPr/>
        <p:txBody>
          <a:bodyPr/>
          <a:lstStyle/>
          <a:p>
            <a:r>
              <a:rPr lang="en-US"/>
              <a:t>Private &amp; Confidential</a:t>
            </a:r>
          </a:p>
        </p:txBody>
      </p:sp>
      <p:sp>
        <p:nvSpPr>
          <p:cNvPr id="5" name="Slide Number Placeholder 4"/>
          <p:cNvSpPr>
            <a:spLocks noGrp="1"/>
          </p:cNvSpPr>
          <p:nvPr>
            <p:ph type="sldNum" sz="quarter" idx="18"/>
          </p:nvPr>
        </p:nvSpPr>
        <p:spPr/>
        <p:txBody>
          <a:bodyPr/>
          <a:lstStyle/>
          <a:p>
            <a:fld id="{BDDC3DCF-E0A7-DA4A-BC2C-1EC3743A297B}" type="slidenum">
              <a:rPr lang="en-US" smtClean="0"/>
              <a:t>‹#›</a:t>
            </a:fld>
            <a:endParaRPr lang="en-US"/>
          </a:p>
        </p:txBody>
      </p:sp>
      <p:sp>
        <p:nvSpPr>
          <p:cNvPr id="6" name="Picture Placeholder 5"/>
          <p:cNvSpPr>
            <a:spLocks noGrp="1"/>
          </p:cNvSpPr>
          <p:nvPr>
            <p:ph type="pic" sz="quarter" idx="19"/>
          </p:nvPr>
        </p:nvSpPr>
        <p:spPr>
          <a:xfrm>
            <a:off x="320676" y="2219101"/>
            <a:ext cx="8499474" cy="3572099"/>
          </a:xfrm>
        </p:spPr>
        <p:txBody>
          <a:bodyPr anchor="ctr"/>
          <a:lstStyle>
            <a:lvl1pPr algn="ctr">
              <a:defRPr/>
            </a:lvl1pPr>
          </a:lstStyle>
          <a:p>
            <a:endParaRPr lang="en-US"/>
          </a:p>
        </p:txBody>
      </p:sp>
    </p:spTree>
    <p:extLst>
      <p:ext uri="{BB962C8B-B14F-4D97-AF65-F5344CB8AC3E}">
        <p14:creationId xmlns:p14="http://schemas.microsoft.com/office/powerpoint/2010/main" val="1252172468"/>
      </p:ext>
    </p:extLst>
  </p:cSld>
  <p:clrMapOvr>
    <a:overrideClrMapping bg1="lt1" tx1="dk1" bg2="lt2" tx2="dk2" accent1="accent1" accent2="accent2" accent3="accent3" accent4="accent4" accent5="accent5" accent6="accent6" hlink="hlink" folHlink="folHlink"/>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black Image Small title">
    <p:bg>
      <p:bgRef idx="1001">
        <a:schemeClr val="bg1"/>
      </p:bgRef>
    </p:bg>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320676" y="262227"/>
            <a:ext cx="7315200" cy="1098520"/>
          </a:xfrm>
        </p:spPr>
        <p:txBody>
          <a:bodyPr lIns="0" tIns="0" rIns="0" bIns="0"/>
          <a:lstStyle>
            <a:lvl1pPr>
              <a:lnSpc>
                <a:spcPct val="90000"/>
              </a:lnSpc>
              <a:defRPr sz="2000" b="0" i="0">
                <a:solidFill>
                  <a:schemeClr val="tx1"/>
                </a:solidFill>
                <a:latin typeface="Arial Regular" charset="0"/>
                <a:cs typeface="Arial Regular" charset="0"/>
              </a:defRPr>
            </a:lvl1pPr>
          </a:lstStyle>
          <a:p>
            <a:r>
              <a:rPr lang="en-US"/>
              <a:t>Divider</a:t>
            </a:r>
            <a:br>
              <a:rPr lang="en-US"/>
            </a:br>
            <a:r>
              <a:rPr lang="en-US"/>
              <a:t>Page</a:t>
            </a:r>
          </a:p>
        </p:txBody>
      </p:sp>
      <p:sp>
        <p:nvSpPr>
          <p:cNvPr id="3" name="Footer Placeholder 2"/>
          <p:cNvSpPr>
            <a:spLocks noGrp="1"/>
          </p:cNvSpPr>
          <p:nvPr>
            <p:ph type="ftr" sz="quarter" idx="17"/>
          </p:nvPr>
        </p:nvSpPr>
        <p:spPr/>
        <p:txBody>
          <a:bodyPr/>
          <a:lstStyle>
            <a:lvl1pPr>
              <a:defRPr>
                <a:solidFill>
                  <a:srgbClr val="FFFFFF"/>
                </a:solidFill>
              </a:defRPr>
            </a:lvl1pPr>
          </a:lstStyle>
          <a:p>
            <a:r>
              <a:rPr lang="en-US"/>
              <a:t>Private &amp; Confidential</a:t>
            </a:r>
          </a:p>
        </p:txBody>
      </p:sp>
      <p:sp>
        <p:nvSpPr>
          <p:cNvPr id="5" name="Slide Number Placeholder 4"/>
          <p:cNvSpPr>
            <a:spLocks noGrp="1"/>
          </p:cNvSpPr>
          <p:nvPr>
            <p:ph type="sldNum" sz="quarter" idx="18"/>
          </p:nvPr>
        </p:nvSpPr>
        <p:spPr/>
        <p:txBody>
          <a:bodyPr/>
          <a:lstStyle>
            <a:lvl1pPr>
              <a:defRPr>
                <a:solidFill>
                  <a:srgbClr val="FFFFFF"/>
                </a:solidFill>
              </a:defRPr>
            </a:lvl1pPr>
          </a:lstStyle>
          <a:p>
            <a:fld id="{BDDC3DCF-E0A7-DA4A-BC2C-1EC3743A297B}" type="slidenum">
              <a:rPr lang="en-US" smtClean="0"/>
              <a:t>‹#›</a:t>
            </a:fld>
            <a:endParaRPr lang="en-US"/>
          </a:p>
        </p:txBody>
      </p:sp>
      <p:sp>
        <p:nvSpPr>
          <p:cNvPr id="6" name="Picture Placeholder 5"/>
          <p:cNvSpPr>
            <a:spLocks noGrp="1"/>
          </p:cNvSpPr>
          <p:nvPr>
            <p:ph type="pic" sz="quarter" idx="19"/>
          </p:nvPr>
        </p:nvSpPr>
        <p:spPr>
          <a:xfrm>
            <a:off x="320676" y="2219101"/>
            <a:ext cx="8499474" cy="3572099"/>
          </a:xfrm>
        </p:spPr>
        <p:txBody>
          <a:bodyPr anchor="ctr"/>
          <a:lstStyle>
            <a:lvl1pPr algn="ctr">
              <a:defRPr/>
            </a:lvl1pPr>
          </a:lstStyle>
          <a:p>
            <a:endParaRPr lang="en-US"/>
          </a:p>
        </p:txBody>
      </p:sp>
      <p:sp>
        <p:nvSpPr>
          <p:cNvPr id="9" name="Rectangle 8"/>
          <p:cNvSpPr/>
          <p:nvPr userDrawn="1"/>
        </p:nvSpPr>
        <p:spPr>
          <a:xfrm>
            <a:off x="0" y="6018226"/>
            <a:ext cx="2381156" cy="83977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a:solidFill>
                <a:schemeClr val="tx1"/>
              </a:solidFill>
            </a:endParaRPr>
          </a:p>
        </p:txBody>
      </p:sp>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3736" y="5978718"/>
            <a:ext cx="1252728" cy="711008"/>
          </a:xfrm>
          <a:prstGeom prst="rect">
            <a:avLst/>
          </a:prstGeom>
        </p:spPr>
      </p:pic>
    </p:spTree>
    <p:extLst>
      <p:ext uri="{BB962C8B-B14F-4D97-AF65-F5344CB8AC3E}">
        <p14:creationId xmlns:p14="http://schemas.microsoft.com/office/powerpoint/2010/main" val="1553617672"/>
      </p:ext>
    </p:extLst>
  </p:cSld>
  <p:clrMapOvr>
    <a:overrideClrMapping bg1="dk1" tx1="lt1" bg2="dk2" tx2="lt2" accent1="accent1" accent2="accent2" accent3="accent3" accent4="accent4" accent5="accent5" accent6="accent6" hlink="hlink" folHlink="folHlink"/>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2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r>
              <a:rPr lang="en-US"/>
              <a:t>Private &amp; Confidential</a:t>
            </a:r>
          </a:p>
        </p:txBody>
      </p:sp>
      <p:sp>
        <p:nvSpPr>
          <p:cNvPr id="4" name="Slide Number Placeholder 3"/>
          <p:cNvSpPr>
            <a:spLocks noGrp="1"/>
          </p:cNvSpPr>
          <p:nvPr>
            <p:ph type="sldNum" sz="quarter" idx="11"/>
          </p:nvPr>
        </p:nvSpPr>
        <p:spPr/>
        <p:txBody>
          <a:bodyPr/>
          <a:lstStyle/>
          <a:p>
            <a:fld id="{BDDC3DCF-E0A7-DA4A-BC2C-1EC3743A297B}" type="slidenum">
              <a:rPr lang="en-US" smtClean="0"/>
              <a:t>‹#›</a:t>
            </a:fld>
            <a:endParaRPr lang="en-US"/>
          </a:p>
        </p:txBody>
      </p:sp>
      <p:sp>
        <p:nvSpPr>
          <p:cNvPr id="6" name="Content Placeholder 5"/>
          <p:cNvSpPr>
            <a:spLocks noGrp="1"/>
          </p:cNvSpPr>
          <p:nvPr>
            <p:ph sz="quarter" idx="12"/>
          </p:nvPr>
        </p:nvSpPr>
        <p:spPr>
          <a:xfrm>
            <a:off x="317351" y="1533593"/>
            <a:ext cx="4011152" cy="4257607"/>
          </a:xfrm>
        </p:spPr>
        <p:txBody>
          <a:bodyPr/>
          <a:lstStyle>
            <a:lvl1pPr>
              <a:defRPr b="0" i="0">
                <a:latin typeface="Arial Regular" charset="0"/>
                <a:cs typeface="Arial Regular" charset="0"/>
              </a:defRPr>
            </a:lvl1pPr>
            <a:lvl2pPr>
              <a:defRPr b="0" i="0">
                <a:latin typeface="Arial Regular" charset="0"/>
                <a:cs typeface="Arial Regular" charset="0"/>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5"/>
          <p:cNvSpPr>
            <a:spLocks noGrp="1"/>
          </p:cNvSpPr>
          <p:nvPr>
            <p:ph sz="quarter" idx="13"/>
          </p:nvPr>
        </p:nvSpPr>
        <p:spPr>
          <a:xfrm>
            <a:off x="4796298" y="1533593"/>
            <a:ext cx="4011152" cy="4257607"/>
          </a:xfrm>
        </p:spPr>
        <p:txBody>
          <a:bodyPr/>
          <a:lstStyle>
            <a:lvl1pPr>
              <a:defRPr b="0" i="0">
                <a:latin typeface="Arial Regular" charset="0"/>
                <a:cs typeface="Arial Regular" charset="0"/>
              </a:defRPr>
            </a:lvl1pPr>
            <a:lvl2pPr>
              <a:defRPr b="0" i="0">
                <a:latin typeface="Arial Regular" charset="0"/>
                <a:cs typeface="Arial Regular" charset="0"/>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9"/>
          <p:cNvSpPr>
            <a:spLocks noGrp="1"/>
          </p:cNvSpPr>
          <p:nvPr>
            <p:ph type="body" sz="quarter" idx="14" hasCustomPrompt="1"/>
          </p:nvPr>
        </p:nvSpPr>
        <p:spPr>
          <a:xfrm>
            <a:off x="314324" y="747521"/>
            <a:ext cx="8122409" cy="440834"/>
          </a:xfrm>
        </p:spPr>
        <p:txBody>
          <a:bodyPr lIns="0" tIns="0" rIns="0" bIns="0"/>
          <a:lstStyle>
            <a:lvl1pPr>
              <a:defRPr sz="1900" b="0">
                <a:solidFill>
                  <a:schemeClr val="tx1"/>
                </a:solidFill>
              </a:defRPr>
            </a:lvl1pPr>
          </a:lstStyle>
          <a:p>
            <a:pPr lvl="0"/>
            <a:r>
              <a:rPr lang="en-US"/>
              <a:t>Subtitle</a:t>
            </a:r>
          </a:p>
        </p:txBody>
      </p:sp>
    </p:spTree>
    <p:extLst>
      <p:ext uri="{BB962C8B-B14F-4D97-AF65-F5344CB8AC3E}">
        <p14:creationId xmlns:p14="http://schemas.microsoft.com/office/powerpoint/2010/main" val="3979226479"/>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2 columns wDisclaime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r>
              <a:rPr lang="en-US"/>
              <a:t>Private &amp; Confidential</a:t>
            </a:r>
          </a:p>
        </p:txBody>
      </p:sp>
      <p:sp>
        <p:nvSpPr>
          <p:cNvPr id="4" name="Slide Number Placeholder 3"/>
          <p:cNvSpPr>
            <a:spLocks noGrp="1"/>
          </p:cNvSpPr>
          <p:nvPr>
            <p:ph type="sldNum" sz="quarter" idx="11"/>
          </p:nvPr>
        </p:nvSpPr>
        <p:spPr/>
        <p:txBody>
          <a:bodyPr/>
          <a:lstStyle/>
          <a:p>
            <a:fld id="{BDDC3DCF-E0A7-DA4A-BC2C-1EC3743A297B}" type="slidenum">
              <a:rPr lang="en-US" smtClean="0"/>
              <a:t>‹#›</a:t>
            </a:fld>
            <a:endParaRPr lang="en-US"/>
          </a:p>
        </p:txBody>
      </p:sp>
      <p:sp>
        <p:nvSpPr>
          <p:cNvPr id="6" name="Content Placeholder 5"/>
          <p:cNvSpPr>
            <a:spLocks noGrp="1"/>
          </p:cNvSpPr>
          <p:nvPr>
            <p:ph sz="quarter" idx="12"/>
          </p:nvPr>
        </p:nvSpPr>
        <p:spPr>
          <a:xfrm>
            <a:off x="317350" y="1144741"/>
            <a:ext cx="8490099" cy="855797"/>
          </a:xfrm>
        </p:spPr>
        <p:txBody>
          <a:bodyPr/>
          <a:lstStyle>
            <a:lvl1pPr>
              <a:defRPr sz="1400" b="0" i="0">
                <a:solidFill>
                  <a:schemeClr val="tx1"/>
                </a:solidFill>
                <a:latin typeface="Arial Regular" charset="0"/>
                <a:cs typeface="Arial Regular" charset="0"/>
              </a:defRPr>
            </a:lvl1pPr>
            <a:lvl2pPr>
              <a:defRPr>
                <a:latin typeface="Akkurat Pro"/>
                <a:cs typeface="Akkurat Pro"/>
              </a:defRPr>
            </a:lvl2pPr>
          </a:lstStyle>
          <a:p>
            <a:pPr lvl="0"/>
            <a:r>
              <a:rPr lang="en-US"/>
              <a:t>Click to edit Master text styles</a:t>
            </a:r>
          </a:p>
        </p:txBody>
      </p:sp>
      <p:sp>
        <p:nvSpPr>
          <p:cNvPr id="8" name="Picture Placeholder 7"/>
          <p:cNvSpPr>
            <a:spLocks noGrp="1"/>
          </p:cNvSpPr>
          <p:nvPr>
            <p:ph type="pic" sz="quarter" idx="14"/>
          </p:nvPr>
        </p:nvSpPr>
        <p:spPr>
          <a:xfrm>
            <a:off x="317500" y="2281526"/>
            <a:ext cx="4011613" cy="2935710"/>
          </a:xfrm>
        </p:spPr>
        <p:txBody>
          <a:bodyPr anchor="ctr"/>
          <a:lstStyle>
            <a:lvl1pPr algn="ctr">
              <a:defRPr/>
            </a:lvl1pPr>
          </a:lstStyle>
          <a:p>
            <a:endParaRPr lang="en-US"/>
          </a:p>
        </p:txBody>
      </p:sp>
      <p:sp>
        <p:nvSpPr>
          <p:cNvPr id="10" name="Text Placeholder 9"/>
          <p:cNvSpPr>
            <a:spLocks noGrp="1"/>
          </p:cNvSpPr>
          <p:nvPr>
            <p:ph type="body" sz="quarter" idx="15"/>
          </p:nvPr>
        </p:nvSpPr>
        <p:spPr>
          <a:xfrm>
            <a:off x="320675" y="2000538"/>
            <a:ext cx="4008438" cy="280988"/>
          </a:xfrm>
        </p:spPr>
        <p:txBody>
          <a:bodyPr/>
          <a:lstStyle>
            <a:lvl1pPr algn="ctr">
              <a:defRPr sz="1000">
                <a:solidFill>
                  <a:srgbClr val="000000"/>
                </a:solidFill>
              </a:defRPr>
            </a:lvl1pPr>
          </a:lstStyle>
          <a:p>
            <a:pPr lvl="0"/>
            <a:r>
              <a:rPr lang="en-US"/>
              <a:t>Click to edit Master text styles</a:t>
            </a:r>
          </a:p>
        </p:txBody>
      </p:sp>
      <p:sp>
        <p:nvSpPr>
          <p:cNvPr id="11" name="Picture Placeholder 7"/>
          <p:cNvSpPr>
            <a:spLocks noGrp="1"/>
          </p:cNvSpPr>
          <p:nvPr>
            <p:ph type="pic" sz="quarter" idx="16"/>
          </p:nvPr>
        </p:nvSpPr>
        <p:spPr>
          <a:xfrm>
            <a:off x="4803725" y="2281526"/>
            <a:ext cx="4011613" cy="2935710"/>
          </a:xfrm>
        </p:spPr>
        <p:txBody>
          <a:bodyPr anchor="ctr"/>
          <a:lstStyle>
            <a:lvl1pPr algn="ctr">
              <a:defRPr/>
            </a:lvl1pPr>
          </a:lstStyle>
          <a:p>
            <a:endParaRPr lang="en-US"/>
          </a:p>
        </p:txBody>
      </p:sp>
      <p:sp>
        <p:nvSpPr>
          <p:cNvPr id="12" name="Text Placeholder 9"/>
          <p:cNvSpPr>
            <a:spLocks noGrp="1"/>
          </p:cNvSpPr>
          <p:nvPr>
            <p:ph type="body" sz="quarter" idx="17"/>
          </p:nvPr>
        </p:nvSpPr>
        <p:spPr>
          <a:xfrm>
            <a:off x="4806900" y="2000538"/>
            <a:ext cx="4008438" cy="280988"/>
          </a:xfrm>
        </p:spPr>
        <p:txBody>
          <a:bodyPr/>
          <a:lstStyle>
            <a:lvl1pPr algn="ctr">
              <a:defRPr sz="1000">
                <a:solidFill>
                  <a:srgbClr val="000000"/>
                </a:solidFill>
              </a:defRPr>
            </a:lvl1pPr>
          </a:lstStyle>
          <a:p>
            <a:pPr lvl="0"/>
            <a:r>
              <a:rPr lang="en-US"/>
              <a:t>Click to edit Master text styles</a:t>
            </a:r>
          </a:p>
        </p:txBody>
      </p:sp>
      <p:sp>
        <p:nvSpPr>
          <p:cNvPr id="14" name="Text Placeholder 13"/>
          <p:cNvSpPr>
            <a:spLocks noGrp="1"/>
          </p:cNvSpPr>
          <p:nvPr>
            <p:ph type="body" sz="quarter" idx="18"/>
          </p:nvPr>
        </p:nvSpPr>
        <p:spPr>
          <a:xfrm>
            <a:off x="320675" y="5403972"/>
            <a:ext cx="8500220" cy="583922"/>
          </a:xfrm>
        </p:spPr>
        <p:txBody>
          <a:bodyPr anchor="b"/>
          <a:lstStyle>
            <a:lvl1pPr>
              <a:defRPr sz="950" b="0" i="0">
                <a:solidFill>
                  <a:schemeClr val="tx1"/>
                </a:solidFill>
                <a:latin typeface="Arial Narrow" charset="0"/>
                <a:ea typeface="Arial Narrow" charset="0"/>
                <a:cs typeface="Arial Narrow" charset="0"/>
              </a:defRPr>
            </a:lvl1pPr>
            <a:lvl2pPr>
              <a:defRPr sz="950" b="0" i="0">
                <a:solidFill>
                  <a:schemeClr val="tx1"/>
                </a:solidFill>
                <a:latin typeface="Arial Narrow" charset="0"/>
                <a:ea typeface="Arial Narrow" charset="0"/>
                <a:cs typeface="Arial Narrow" charset="0"/>
              </a:defRPr>
            </a:lvl2pPr>
            <a:lvl3pPr>
              <a:defRPr sz="950" b="0" i="0">
                <a:solidFill>
                  <a:schemeClr val="tx1"/>
                </a:solidFill>
                <a:latin typeface="Arial Narrow" charset="0"/>
                <a:ea typeface="Arial Narrow" charset="0"/>
                <a:cs typeface="Arial Narrow" charset="0"/>
              </a:defRPr>
            </a:lvl3pPr>
            <a:lvl4pPr>
              <a:defRPr sz="800">
                <a:solidFill>
                  <a:srgbClr val="7F7F7F"/>
                </a:solidFill>
              </a:defRPr>
            </a:lvl4pPr>
            <a:lvl5pPr>
              <a:defRPr sz="800">
                <a:solidFill>
                  <a:srgbClr val="7F7F7F"/>
                </a:solidFill>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690588368"/>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r>
              <a:rPr lang="en-US"/>
              <a:t>Private &amp; Confidential</a:t>
            </a:r>
          </a:p>
        </p:txBody>
      </p:sp>
      <p:sp>
        <p:nvSpPr>
          <p:cNvPr id="4" name="Slide Number Placeholder 3"/>
          <p:cNvSpPr>
            <a:spLocks noGrp="1"/>
          </p:cNvSpPr>
          <p:nvPr>
            <p:ph type="sldNum" sz="quarter" idx="11"/>
          </p:nvPr>
        </p:nvSpPr>
        <p:spPr/>
        <p:txBody>
          <a:bodyPr/>
          <a:lstStyle/>
          <a:p>
            <a:fld id="{BDDC3DCF-E0A7-DA4A-BC2C-1EC3743A297B}" type="slidenum">
              <a:rPr lang="en-US" smtClean="0"/>
              <a:t>‹#›</a:t>
            </a:fld>
            <a:endParaRPr lang="en-US"/>
          </a:p>
        </p:txBody>
      </p:sp>
      <p:sp>
        <p:nvSpPr>
          <p:cNvPr id="6" name="Content Placeholder 5"/>
          <p:cNvSpPr>
            <a:spLocks noGrp="1"/>
          </p:cNvSpPr>
          <p:nvPr>
            <p:ph sz="quarter" idx="12"/>
          </p:nvPr>
        </p:nvSpPr>
        <p:spPr>
          <a:xfrm>
            <a:off x="317351" y="1063782"/>
            <a:ext cx="8503543" cy="4727418"/>
          </a:xfrm>
        </p:spPr>
        <p:txBody>
          <a:bodyPr/>
          <a:lstStyle>
            <a:lvl1pPr>
              <a:defRPr sz="950" b="0" i="0">
                <a:latin typeface="Arial Narrow" charset="0"/>
                <a:cs typeface="Arial Narrow" charset="0"/>
              </a:defRPr>
            </a:lvl1pPr>
            <a:lvl2pPr marL="0" marR="0" indent="0" algn="l" defTabSz="457200" rtl="0" eaLnBrk="1" fontAlgn="auto" latinLnBrk="0" hangingPunct="1">
              <a:lnSpc>
                <a:spcPct val="100000"/>
              </a:lnSpc>
              <a:spcBef>
                <a:spcPts val="500"/>
              </a:spcBef>
              <a:spcAft>
                <a:spcPct val="0"/>
              </a:spcAft>
              <a:buClrTx/>
              <a:buSzTx/>
              <a:buFont typeface="Arial"/>
              <a:buNone/>
              <a:defRPr sz="950" b="0" i="0">
                <a:latin typeface="Arial Narrow" charset="0"/>
                <a:cs typeface="Arial Narrow" charset="0"/>
              </a:defRPr>
            </a:lvl2pPr>
            <a:lvl3pPr>
              <a:defRPr sz="950">
                <a:latin typeface="Arial Narrow" charset="0"/>
                <a:cs typeface="Arial Narrow" charset="0"/>
              </a:defRPr>
            </a:lvl3pPr>
            <a:lvl4pPr>
              <a:defRPr sz="950">
                <a:latin typeface="Arial Narrow" charset="0"/>
                <a:cs typeface="Arial Narrow" charset="0"/>
              </a:defRPr>
            </a:lvl4pPr>
            <a:lvl5pPr>
              <a:defRPr sz="950">
                <a:latin typeface="Arial Narrow" charset="0"/>
                <a:cs typeface="Arial Narrow" charset="0"/>
              </a:defRPr>
            </a:lvl5pPr>
          </a:lstStyle>
          <a:p>
            <a:pPr lvl="0"/>
            <a:r>
              <a:rPr lang="en-US"/>
              <a:t>Click to edit Master text styles</a:t>
            </a:r>
          </a:p>
          <a:p>
            <a:pPr marL="182880" marR="0" lvl="1" indent="-182880" algn="l" defTabSz="457200" rtl="0" eaLnBrk="1" fontAlgn="auto" latinLnBrk="0" hangingPunct="1">
              <a:lnSpc>
                <a:spcPct val="100000"/>
              </a:lnSpc>
              <a:spcBef>
                <a:spcPts val="500"/>
              </a:spcBef>
              <a:spcAft>
                <a:spcPct val="0"/>
              </a:spcAft>
              <a:buClrTx/>
              <a:buSzTx/>
              <a:buFont typeface="Arial"/>
              <a:buChar char="•"/>
              <a:defRPr/>
            </a:pPr>
            <a:r>
              <a:rPr lang="en-US"/>
              <a:t>Second level. Level 2 Body text can be Regular or Bold. Level 2 Body text can be Regular or Bold. </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78361984"/>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r>
              <a:rPr lang="en-US"/>
              <a:t>Private &amp; Confidential</a:t>
            </a:r>
          </a:p>
        </p:txBody>
      </p:sp>
      <p:sp>
        <p:nvSpPr>
          <p:cNvPr id="4" name="Slide Number Placeholder 3"/>
          <p:cNvSpPr>
            <a:spLocks noGrp="1"/>
          </p:cNvSpPr>
          <p:nvPr>
            <p:ph type="sldNum" sz="quarter" idx="11"/>
          </p:nvPr>
        </p:nvSpPr>
        <p:spPr/>
        <p:txBody>
          <a:bodyPr/>
          <a:lstStyle/>
          <a:p>
            <a:fld id="{BDDC3DCF-E0A7-DA4A-BC2C-1EC3743A297B}" type="slidenum">
              <a:rPr lang="en-US" smtClean="0"/>
              <a:t>‹#›</a:t>
            </a:fld>
            <a:endParaRPr lang="en-US"/>
          </a:p>
        </p:txBody>
      </p:sp>
    </p:spTree>
    <p:extLst>
      <p:ext uri="{BB962C8B-B14F-4D97-AF65-F5344CB8AC3E}">
        <p14:creationId xmlns:p14="http://schemas.microsoft.com/office/powerpoint/2010/main" val="2163510669"/>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uthor inf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Slide Number Placeholder 3"/>
          <p:cNvSpPr>
            <a:spLocks noGrp="1"/>
          </p:cNvSpPr>
          <p:nvPr>
            <p:ph type="sldNum" sz="quarter" idx="11"/>
          </p:nvPr>
        </p:nvSpPr>
        <p:spPr/>
        <p:txBody>
          <a:bodyPr/>
          <a:lstStyle/>
          <a:p>
            <a:fld id="{BDDC3DCF-E0A7-DA4A-BC2C-1EC3743A297B}" type="slidenum">
              <a:rPr lang="en-US" smtClean="0"/>
              <a:t>‹#›</a:t>
            </a:fld>
            <a:endParaRPr lang="en-US"/>
          </a:p>
        </p:txBody>
      </p:sp>
      <p:sp>
        <p:nvSpPr>
          <p:cNvPr id="5" name="Content Placeholder 5"/>
          <p:cNvSpPr>
            <a:spLocks noGrp="1"/>
          </p:cNvSpPr>
          <p:nvPr>
            <p:ph sz="quarter" idx="13" hasCustomPrompt="1"/>
          </p:nvPr>
        </p:nvSpPr>
        <p:spPr>
          <a:xfrm>
            <a:off x="320675" y="4076095"/>
            <a:ext cx="3482320" cy="1727812"/>
          </a:xfrm>
        </p:spPr>
        <p:txBody>
          <a:bodyPr/>
          <a:lstStyle>
            <a:lvl1pPr>
              <a:defRPr sz="2000" b="0" i="0" baseline="0">
                <a:latin typeface="Arial Regular" charset="0"/>
                <a:cs typeface="Arial Regular" charset="0"/>
              </a:defRPr>
            </a:lvl1pPr>
            <a:lvl2pPr marL="0" indent="0">
              <a:buFont typeface="Arial"/>
              <a:buNone/>
              <a:defRPr sz="2000"/>
            </a:lvl2pPr>
          </a:lstStyle>
          <a:p>
            <a:pPr lvl="0"/>
            <a:r>
              <a:rPr lang="en-US"/>
              <a:t>Author’s Name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07895703"/>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9" name="Content Placeholder 8"/>
          <p:cNvSpPr>
            <a:spLocks noGrp="1"/>
          </p:cNvSpPr>
          <p:nvPr>
            <p:ph sz="quarter" idx="13"/>
          </p:nvPr>
        </p:nvSpPr>
        <p:spPr>
          <a:xfrm>
            <a:off x="227012" y="1233487"/>
            <a:ext cx="8688387" cy="4686301"/>
          </a:xfrm>
          <a:ln cap="flat">
            <a:miter lim="800000"/>
          </a:ln>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p:cNvSpPr>
            <a:spLocks noGrp="1"/>
          </p:cNvSpPr>
          <p:nvPr>
            <p:ph type="dt" sz="half" idx="14"/>
          </p:nvPr>
        </p:nvSpPr>
        <p:spPr/>
        <p:txBody>
          <a:bodyPr/>
          <a:lstStyle/>
          <a:p>
            <a:endParaRPr lang="en-US"/>
          </a:p>
        </p:txBody>
      </p:sp>
      <p:sp>
        <p:nvSpPr>
          <p:cNvPr id="7" name="Footer Placeholder 6"/>
          <p:cNvSpPr>
            <a:spLocks noGrp="1"/>
          </p:cNvSpPr>
          <p:nvPr>
            <p:ph type="ftr" sz="quarter" idx="15"/>
          </p:nvPr>
        </p:nvSpPr>
        <p:spPr/>
        <p:txBody>
          <a:bodyPr/>
          <a:lstStyle/>
          <a:p>
            <a:r>
              <a:rPr lang="en-US"/>
              <a:t>Private &amp; Confidential</a:t>
            </a:r>
          </a:p>
        </p:txBody>
      </p:sp>
      <p:sp>
        <p:nvSpPr>
          <p:cNvPr id="8" name="Slide Number Placeholder 7"/>
          <p:cNvSpPr>
            <a:spLocks noGrp="1"/>
          </p:cNvSpPr>
          <p:nvPr>
            <p:ph type="sldNum" sz="quarter" idx="16"/>
          </p:nvPr>
        </p:nvSpPr>
        <p:spPr/>
        <p:txBody>
          <a:bodyPr/>
          <a:lstStyle/>
          <a:p>
            <a:fld id="{146682E1-A610-4FB0-BCC6-241ABE41C99B}"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25879438"/>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hart wSourc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r>
              <a:rPr lang="en-US"/>
              <a:t>Private &amp; Confidential</a:t>
            </a:r>
          </a:p>
        </p:txBody>
      </p:sp>
      <p:sp>
        <p:nvSpPr>
          <p:cNvPr id="4" name="Slide Number Placeholder 3"/>
          <p:cNvSpPr>
            <a:spLocks noGrp="1"/>
          </p:cNvSpPr>
          <p:nvPr>
            <p:ph type="sldNum" sz="quarter" idx="11"/>
          </p:nvPr>
        </p:nvSpPr>
        <p:spPr/>
        <p:txBody>
          <a:bodyPr/>
          <a:lstStyle/>
          <a:p>
            <a:fld id="{BDDC3DCF-E0A7-DA4A-BC2C-1EC3743A297B}" type="slidenum">
              <a:rPr lang="en-US" smtClean="0"/>
              <a:t>‹#›</a:t>
            </a:fld>
            <a:endParaRPr lang="en-US"/>
          </a:p>
        </p:txBody>
      </p:sp>
      <p:sp>
        <p:nvSpPr>
          <p:cNvPr id="6" name="Content Placeholder 5"/>
          <p:cNvSpPr>
            <a:spLocks noGrp="1"/>
          </p:cNvSpPr>
          <p:nvPr>
            <p:ph sz="quarter" idx="12"/>
          </p:nvPr>
        </p:nvSpPr>
        <p:spPr>
          <a:xfrm>
            <a:off x="317351" y="1529220"/>
            <a:ext cx="8503920" cy="4102570"/>
          </a:xfrm>
        </p:spPr>
        <p:txBody>
          <a:bodyPr/>
          <a:lstStyle>
            <a:lvl1pPr>
              <a:defRPr b="0" i="0">
                <a:latin typeface="Arial Regular" charset="0"/>
                <a:cs typeface="Arial Regular" charset="0"/>
              </a:defRPr>
            </a:lvl1pPr>
            <a:lvl2pPr marL="0" marR="0" indent="0" algn="l" defTabSz="457200" rtl="0" eaLnBrk="1" fontAlgn="auto" latinLnBrk="0" hangingPunct="1">
              <a:lnSpc>
                <a:spcPct val="100000"/>
              </a:lnSpc>
              <a:spcBef>
                <a:spcPts val="500"/>
              </a:spcBef>
              <a:spcAft>
                <a:spcPct val="0"/>
              </a:spcAft>
              <a:buClrTx/>
              <a:buSzTx/>
              <a:buFont typeface="Arial"/>
              <a:buNone/>
              <a:defRPr b="0" i="0">
                <a:latin typeface="Arial Regular" charset="0"/>
                <a:cs typeface="Arial Regular" charset="0"/>
              </a:defRPr>
            </a:lvl2pPr>
          </a:lstStyle>
          <a:p>
            <a:pPr lvl="0"/>
            <a:r>
              <a:rPr lang="en-US"/>
              <a:t>Click to edit Master text styles</a:t>
            </a:r>
          </a:p>
          <a:p>
            <a:pPr marL="182880" marR="0" lvl="1" indent="-182880" algn="l" defTabSz="457200" rtl="0" eaLnBrk="1" fontAlgn="auto" latinLnBrk="0" hangingPunct="1">
              <a:lnSpc>
                <a:spcPct val="100000"/>
              </a:lnSpc>
              <a:spcBef>
                <a:spcPts val="500"/>
              </a:spcBef>
              <a:spcAft>
                <a:spcPct val="0"/>
              </a:spcAft>
              <a:buClrTx/>
              <a:buSzTx/>
              <a:buFont typeface="Arial"/>
              <a:buChar char="•"/>
              <a:defRPr/>
            </a:pPr>
            <a:r>
              <a:rPr lang="en-US"/>
              <a:t>Second level. Level 2 Body text can be Regular or Bold. Level 2 Body text can be Regular or Bold. </a:t>
            </a:r>
          </a:p>
          <a:p>
            <a:pPr lvl="2"/>
            <a:r>
              <a:rPr lang="en-US"/>
              <a:t>Third level</a:t>
            </a:r>
          </a:p>
          <a:p>
            <a:pPr lvl="3"/>
            <a:r>
              <a:rPr lang="en-US"/>
              <a:t>Fourth level</a:t>
            </a:r>
          </a:p>
          <a:p>
            <a:pPr lvl="4"/>
            <a:r>
              <a:rPr lang="en-US"/>
              <a:t>Fifth level</a:t>
            </a:r>
          </a:p>
        </p:txBody>
      </p:sp>
      <p:sp>
        <p:nvSpPr>
          <p:cNvPr id="7" name="Content Placeholder 5"/>
          <p:cNvSpPr>
            <a:spLocks noGrp="1"/>
          </p:cNvSpPr>
          <p:nvPr>
            <p:ph sz="quarter" idx="13"/>
          </p:nvPr>
        </p:nvSpPr>
        <p:spPr>
          <a:xfrm>
            <a:off x="314324" y="5606722"/>
            <a:ext cx="8503920" cy="385298"/>
          </a:xfrm>
        </p:spPr>
        <p:txBody>
          <a:bodyPr vert="horz" lIns="0" tIns="0" rIns="0" bIns="0" rtlCol="0" anchor="b">
            <a:noAutofit/>
          </a:bodyPr>
          <a:lstStyle>
            <a:lvl1pPr>
              <a:defRPr lang="en-US" sz="950" b="0" i="0" smtClean="0">
                <a:solidFill>
                  <a:schemeClr val="tx1"/>
                </a:solidFill>
                <a:latin typeface="Arial Narrow" charset="0"/>
                <a:ea typeface="Arial Narrow" charset="0"/>
                <a:cs typeface="Arial Narrow" charset="0"/>
              </a:defRPr>
            </a:lvl1pPr>
            <a:lvl2pPr>
              <a:defRPr lang="en-US" sz="950" b="0" i="0" smtClean="0">
                <a:solidFill>
                  <a:schemeClr val="tx1"/>
                </a:solidFill>
                <a:latin typeface="Arial Narrow" charset="0"/>
                <a:ea typeface="Arial Narrow" charset="0"/>
                <a:cs typeface="Arial Narrow" charset="0"/>
              </a:defRPr>
            </a:lvl2pPr>
            <a:lvl3pPr>
              <a:defRPr lang="en-US" sz="950" b="0" i="0" smtClean="0">
                <a:solidFill>
                  <a:schemeClr val="tx1"/>
                </a:solidFill>
                <a:latin typeface="Arial Narrow" charset="0"/>
                <a:ea typeface="Arial Narrow" charset="0"/>
                <a:cs typeface="Arial Narrow" charset="0"/>
              </a:defRPr>
            </a:lvl3pPr>
            <a:lvl4pPr>
              <a:defRPr lang="en-US" sz="950" b="0" i="0" smtClean="0">
                <a:solidFill>
                  <a:schemeClr val="tx1"/>
                </a:solidFill>
                <a:latin typeface="Arial Narrow" charset="0"/>
                <a:ea typeface="Arial Narrow" charset="0"/>
                <a:cs typeface="Arial Narrow" charset="0"/>
              </a:defRPr>
            </a:lvl4pPr>
            <a:lvl5pPr>
              <a:defRPr lang="en-US" sz="950" b="0" i="0">
                <a:solidFill>
                  <a:schemeClr val="tx1"/>
                </a:solidFill>
                <a:latin typeface="Arial Narrow" charset="0"/>
                <a:ea typeface="Arial Narrow" charset="0"/>
                <a:cs typeface="Arial Narrow" charset="0"/>
              </a:defRPr>
            </a:lvl5pPr>
          </a:lstStyle>
          <a:p>
            <a:pPr lvl="0"/>
            <a:r>
              <a:rPr lang="en-US"/>
              <a:t>Click to edit Master text styles</a:t>
            </a:r>
          </a:p>
          <a:p>
            <a:pPr lvl="1"/>
            <a:r>
              <a:rPr lang="en-US"/>
              <a:t>Second level. Level 2 Body text can be Regular or Bold. Level 2 Body text can be Regular or Bold. </a:t>
            </a:r>
          </a:p>
          <a:p>
            <a:pPr lvl="2"/>
            <a:r>
              <a:rPr lang="en-US"/>
              <a:t>Third level</a:t>
            </a:r>
          </a:p>
          <a:p>
            <a:pPr lvl="3"/>
            <a:r>
              <a:rPr lang="en-US"/>
              <a:t>Fourth level</a:t>
            </a:r>
          </a:p>
          <a:p>
            <a:pPr lvl="4"/>
            <a:r>
              <a:rPr lang="en-US"/>
              <a:t>Fifth level</a:t>
            </a:r>
          </a:p>
        </p:txBody>
      </p:sp>
      <p:sp>
        <p:nvSpPr>
          <p:cNvPr id="8" name="Text Placeholder 9"/>
          <p:cNvSpPr>
            <a:spLocks noGrp="1"/>
          </p:cNvSpPr>
          <p:nvPr>
            <p:ph type="body" sz="quarter" idx="14" hasCustomPrompt="1"/>
          </p:nvPr>
        </p:nvSpPr>
        <p:spPr>
          <a:xfrm>
            <a:off x="314324" y="747521"/>
            <a:ext cx="8122409" cy="440834"/>
          </a:xfrm>
        </p:spPr>
        <p:txBody>
          <a:bodyPr lIns="0" tIns="0" rIns="0" bIns="0"/>
          <a:lstStyle>
            <a:lvl1pPr>
              <a:defRPr sz="1900" b="0">
                <a:solidFill>
                  <a:schemeClr val="tx1"/>
                </a:solidFill>
              </a:defRPr>
            </a:lvl1pPr>
          </a:lstStyle>
          <a:p>
            <a:pPr lvl="0"/>
            <a:r>
              <a:rPr lang="en-US"/>
              <a:t>Subtitle</a:t>
            </a:r>
          </a:p>
        </p:txBody>
      </p:sp>
    </p:spTree>
    <p:extLst>
      <p:ext uri="{BB962C8B-B14F-4D97-AF65-F5344CB8AC3E}">
        <p14:creationId xmlns:p14="http://schemas.microsoft.com/office/powerpoint/2010/main" val="46652572"/>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hart wShort copy &amp; Sourc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r>
              <a:rPr lang="en-US"/>
              <a:t>Private &amp; Confidential</a:t>
            </a:r>
          </a:p>
        </p:txBody>
      </p:sp>
      <p:sp>
        <p:nvSpPr>
          <p:cNvPr id="4" name="Slide Number Placeholder 3"/>
          <p:cNvSpPr>
            <a:spLocks noGrp="1"/>
          </p:cNvSpPr>
          <p:nvPr>
            <p:ph type="sldNum" sz="quarter" idx="11"/>
          </p:nvPr>
        </p:nvSpPr>
        <p:spPr/>
        <p:txBody>
          <a:bodyPr/>
          <a:lstStyle/>
          <a:p>
            <a:fld id="{BDDC3DCF-E0A7-DA4A-BC2C-1EC3743A297B}" type="slidenum">
              <a:rPr lang="en-US" smtClean="0"/>
              <a:t>‹#›</a:t>
            </a:fld>
            <a:endParaRPr lang="en-US"/>
          </a:p>
        </p:txBody>
      </p:sp>
      <p:sp>
        <p:nvSpPr>
          <p:cNvPr id="6" name="Content Placeholder 5"/>
          <p:cNvSpPr>
            <a:spLocks noGrp="1"/>
          </p:cNvSpPr>
          <p:nvPr>
            <p:ph sz="quarter" idx="12"/>
          </p:nvPr>
        </p:nvSpPr>
        <p:spPr>
          <a:xfrm>
            <a:off x="317350" y="1144741"/>
            <a:ext cx="8490099" cy="565571"/>
          </a:xfrm>
        </p:spPr>
        <p:txBody>
          <a:bodyPr/>
          <a:lstStyle>
            <a:lvl1pPr>
              <a:defRPr sz="1400" b="0" i="0">
                <a:solidFill>
                  <a:srgbClr val="7F7F7F"/>
                </a:solidFill>
                <a:latin typeface="Arial Regular" charset="0"/>
                <a:cs typeface="Arial Regular" charset="0"/>
              </a:defRPr>
            </a:lvl1pPr>
            <a:lvl2pPr>
              <a:defRPr>
                <a:latin typeface="Akkurat Pro"/>
                <a:cs typeface="Akkurat Pro"/>
              </a:defRPr>
            </a:lvl2pPr>
          </a:lstStyle>
          <a:p>
            <a:pPr lvl="0"/>
            <a:r>
              <a:rPr lang="en-US"/>
              <a:t>Click to edit Master text styles</a:t>
            </a:r>
          </a:p>
        </p:txBody>
      </p:sp>
      <p:sp>
        <p:nvSpPr>
          <p:cNvPr id="8" name="Picture Placeholder 7"/>
          <p:cNvSpPr>
            <a:spLocks noGrp="1"/>
          </p:cNvSpPr>
          <p:nvPr>
            <p:ph type="pic" sz="quarter" idx="14"/>
          </p:nvPr>
        </p:nvSpPr>
        <p:spPr>
          <a:xfrm>
            <a:off x="317500" y="1914528"/>
            <a:ext cx="8504238" cy="3822676"/>
          </a:xfrm>
        </p:spPr>
        <p:txBody>
          <a:bodyPr anchor="ctr"/>
          <a:lstStyle>
            <a:lvl1pPr algn="ctr">
              <a:defRPr/>
            </a:lvl1pPr>
          </a:lstStyle>
          <a:p>
            <a:endParaRPr lang="en-US"/>
          </a:p>
        </p:txBody>
      </p:sp>
      <p:sp>
        <p:nvSpPr>
          <p:cNvPr id="14" name="Text Placeholder 13"/>
          <p:cNvSpPr>
            <a:spLocks noGrp="1"/>
          </p:cNvSpPr>
          <p:nvPr>
            <p:ph type="body" sz="quarter" idx="18"/>
          </p:nvPr>
        </p:nvSpPr>
        <p:spPr>
          <a:xfrm>
            <a:off x="320675" y="5839310"/>
            <a:ext cx="8500220" cy="148584"/>
          </a:xfrm>
        </p:spPr>
        <p:txBody>
          <a:bodyPr anchor="b"/>
          <a:lstStyle>
            <a:lvl1pPr>
              <a:defRPr sz="800" b="0" i="0">
                <a:solidFill>
                  <a:schemeClr val="tx1"/>
                </a:solidFill>
                <a:latin typeface="Arial Narrow" charset="0"/>
                <a:ea typeface="Arial Narrow" charset="0"/>
                <a:cs typeface="Arial Narrow" charset="0"/>
              </a:defRPr>
            </a:lvl1pPr>
            <a:lvl2pPr>
              <a:defRPr sz="800" b="0" i="0">
                <a:solidFill>
                  <a:schemeClr val="tx1"/>
                </a:solidFill>
                <a:latin typeface="Arial Narrow" charset="0"/>
                <a:ea typeface="Arial Narrow" charset="0"/>
                <a:cs typeface="Arial Narrow" charset="0"/>
              </a:defRPr>
            </a:lvl2pPr>
            <a:lvl3pPr>
              <a:defRPr sz="800" b="0" i="0">
                <a:solidFill>
                  <a:schemeClr val="tx1"/>
                </a:solidFill>
                <a:latin typeface="Arial Narrow" charset="0"/>
                <a:ea typeface="Arial Narrow" charset="0"/>
                <a:cs typeface="Arial Narrow" charset="0"/>
              </a:defRPr>
            </a:lvl3pPr>
            <a:lvl4pPr>
              <a:defRPr sz="800">
                <a:solidFill>
                  <a:srgbClr val="7F7F7F"/>
                </a:solidFill>
              </a:defRPr>
            </a:lvl4pPr>
            <a:lvl5pPr>
              <a:defRPr sz="800">
                <a:solidFill>
                  <a:srgbClr val="7F7F7F"/>
                </a:solidFill>
              </a:defRPr>
            </a:lvl5pPr>
          </a:lstStyle>
          <a:p>
            <a:pPr lvl="0"/>
            <a:r>
              <a:rPr lang="en-US"/>
              <a:t>Click to edit Master text styles</a:t>
            </a:r>
          </a:p>
          <a:p>
            <a:pPr lvl="1"/>
            <a:r>
              <a:rPr lang="en-US"/>
              <a:t>Second level</a:t>
            </a:r>
          </a:p>
          <a:p>
            <a:pPr lvl="2"/>
            <a:r>
              <a:rPr lang="en-US"/>
              <a:t>Third level</a:t>
            </a:r>
          </a:p>
        </p:txBody>
      </p:sp>
      <p:sp>
        <p:nvSpPr>
          <p:cNvPr id="13" name="Text Placeholder 9"/>
          <p:cNvSpPr>
            <a:spLocks noGrp="1"/>
          </p:cNvSpPr>
          <p:nvPr>
            <p:ph type="body" sz="quarter" idx="19" hasCustomPrompt="1"/>
          </p:nvPr>
        </p:nvSpPr>
        <p:spPr>
          <a:xfrm>
            <a:off x="314324" y="747521"/>
            <a:ext cx="8122409" cy="440834"/>
          </a:xfrm>
        </p:spPr>
        <p:txBody>
          <a:bodyPr lIns="0" tIns="0" rIns="0" bIns="0"/>
          <a:lstStyle>
            <a:lvl1pPr>
              <a:defRPr sz="1900" b="0">
                <a:solidFill>
                  <a:schemeClr val="tx1"/>
                </a:solidFill>
              </a:defRPr>
            </a:lvl1pPr>
          </a:lstStyle>
          <a:p>
            <a:pPr lvl="0"/>
            <a:r>
              <a:rPr lang="en-US"/>
              <a:t>Subtitle</a:t>
            </a:r>
          </a:p>
        </p:txBody>
      </p:sp>
    </p:spTree>
    <p:extLst>
      <p:ext uri="{BB962C8B-B14F-4D97-AF65-F5344CB8AC3E}">
        <p14:creationId xmlns:p14="http://schemas.microsoft.com/office/powerpoint/2010/main" val="315373929"/>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17352" y="217143"/>
            <a:ext cx="8119382" cy="792575"/>
          </a:xfrm>
          <a:prstGeom prst="rect">
            <a:avLst/>
          </a:prstGeom>
        </p:spPr>
        <p:txBody>
          <a:bodyPr vert="horz" lIns="0" tIns="0" rIns="0" bIns="0" rtlCol="0" anchor="t">
            <a:noAutofit/>
          </a:bodyPr>
          <a:lstStyle/>
          <a:p>
            <a:r>
              <a:rPr lang="en-US"/>
              <a:t>Title (sentence case), 28 point Arial</a:t>
            </a:r>
          </a:p>
        </p:txBody>
      </p:sp>
      <p:sp>
        <p:nvSpPr>
          <p:cNvPr id="3" name="Text Placeholder 2"/>
          <p:cNvSpPr>
            <a:spLocks noGrp="1"/>
          </p:cNvSpPr>
          <p:nvPr>
            <p:ph type="body" idx="1"/>
          </p:nvPr>
        </p:nvSpPr>
        <p:spPr>
          <a:xfrm>
            <a:off x="317352" y="1818458"/>
            <a:ext cx="8503543" cy="3297454"/>
          </a:xfrm>
          <a:prstGeom prst="rect">
            <a:avLst/>
          </a:prstGeom>
        </p:spPr>
        <p:txBody>
          <a:bodyPr vert="horz" lIns="0" tIns="0" rIns="0" bIns="0" rtlCol="0">
            <a:noAutofit/>
          </a:bodyPr>
          <a:lstStyle/>
          <a:p>
            <a:pPr lvl="0"/>
            <a:r>
              <a:rPr lang="en-US"/>
              <a:t>Level 1, normal body text is set at 20pt Arial Bold</a:t>
            </a:r>
          </a:p>
          <a:p>
            <a:pPr marL="0" marR="0" lvl="1" indent="-182880" algn="l" defTabSz="457200" rtl="0" eaLnBrk="1" fontAlgn="auto" latinLnBrk="0" hangingPunct="1">
              <a:lnSpc>
                <a:spcPct val="100000"/>
              </a:lnSpc>
              <a:spcBef>
                <a:spcPts val="500"/>
              </a:spcBef>
              <a:spcAft>
                <a:spcPct val="0"/>
              </a:spcAft>
              <a:buClrTx/>
              <a:buSzTx/>
              <a:buFont typeface="Arial"/>
              <a:buChar char="•"/>
              <a:defRPr/>
            </a:pPr>
            <a:r>
              <a:rPr lang="en-US"/>
              <a:t>Level 2 Body text can be Regular or Bold. </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5430085" y="6441391"/>
            <a:ext cx="2926181" cy="223277"/>
          </a:xfrm>
          <a:prstGeom prst="rect">
            <a:avLst/>
          </a:prstGeom>
        </p:spPr>
        <p:txBody>
          <a:bodyPr vert="horz" lIns="0" tIns="0" rIns="0" bIns="0" rtlCol="0" anchor="t"/>
          <a:lstStyle>
            <a:lvl1pPr algn="r">
              <a:defRPr sz="950" b="0" i="0">
                <a:solidFill>
                  <a:schemeClr val="bg1">
                    <a:lumMod val="50000"/>
                  </a:schemeClr>
                </a:solidFill>
                <a:latin typeface="Arial Regular" charset="0"/>
                <a:cs typeface="Arial Regular" charset="0"/>
              </a:defRPr>
            </a:lvl1pPr>
          </a:lstStyle>
          <a:p>
            <a:r>
              <a:rPr lang="en-US"/>
              <a:t>Private &amp; Confidential</a:t>
            </a:r>
          </a:p>
        </p:txBody>
      </p:sp>
      <p:sp>
        <p:nvSpPr>
          <p:cNvPr id="6" name="Slide Number Placeholder 5"/>
          <p:cNvSpPr>
            <a:spLocks noGrp="1"/>
          </p:cNvSpPr>
          <p:nvPr>
            <p:ph type="sldNum" sz="quarter" idx="4"/>
          </p:nvPr>
        </p:nvSpPr>
        <p:spPr>
          <a:xfrm>
            <a:off x="8615082" y="6435042"/>
            <a:ext cx="205813" cy="254684"/>
          </a:xfrm>
          <a:prstGeom prst="rect">
            <a:avLst/>
          </a:prstGeom>
        </p:spPr>
        <p:txBody>
          <a:bodyPr vert="horz" lIns="0" tIns="0" rIns="0" bIns="0" rtlCol="0" anchor="t"/>
          <a:lstStyle>
            <a:lvl1pPr algn="r">
              <a:defRPr sz="1000" b="0" i="0">
                <a:solidFill>
                  <a:srgbClr val="000000"/>
                </a:solidFill>
                <a:latin typeface="Arial Regular" charset="0"/>
                <a:cs typeface="Arial Regular" charset="0"/>
              </a:defRPr>
            </a:lvl1pPr>
          </a:lstStyle>
          <a:p>
            <a:fld id="{BDDC3DCF-E0A7-DA4A-BC2C-1EC3743A297B}" type="slidenum">
              <a:rPr lang="en-US" smtClean="0"/>
              <a:t>‹#›</a:t>
            </a:fld>
            <a:endParaRPr lang="en-US"/>
          </a:p>
        </p:txBody>
      </p:sp>
      <p:cxnSp>
        <p:nvCxnSpPr>
          <p:cNvPr id="7" name="Straight Connector 6"/>
          <p:cNvCxnSpPr/>
          <p:nvPr userDrawn="1"/>
        </p:nvCxnSpPr>
        <p:spPr>
          <a:xfrm flipH="1">
            <a:off x="-1160034" y="5995120"/>
            <a:ext cx="1100194" cy="0"/>
          </a:xfrm>
          <a:prstGeom prst="line">
            <a:avLst/>
          </a:prstGeom>
          <a:ln w="3175" cmpd="sng">
            <a:solidFill>
              <a:schemeClr val="tx2"/>
            </a:solidFill>
            <a:prstDash val="dot"/>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userDrawn="1"/>
        </p:nvSpPr>
        <p:spPr>
          <a:xfrm>
            <a:off x="-1160034" y="5855951"/>
            <a:ext cx="1100193" cy="142555"/>
          </a:xfrm>
          <a:prstGeom prst="rect">
            <a:avLst/>
          </a:prstGeom>
          <a:noFill/>
        </p:spPr>
        <p:txBody>
          <a:bodyPr wrap="square" lIns="0" tIns="0" rIns="0" bIns="0" rtlCol="0">
            <a:noAutofit/>
          </a:bodyPr>
          <a:lstStyle/>
          <a:p>
            <a:pPr algn="r"/>
            <a:r>
              <a:rPr lang="en-US" sz="800">
                <a:solidFill>
                  <a:schemeClr val="bg2">
                    <a:lumMod val="50000"/>
                  </a:schemeClr>
                </a:solidFill>
              </a:rPr>
              <a:t>No content below the line</a:t>
            </a:r>
          </a:p>
        </p:txBody>
      </p:sp>
      <p:cxnSp>
        <p:nvCxnSpPr>
          <p:cNvPr id="11" name="Straight Connector 10"/>
          <p:cNvCxnSpPr/>
          <p:nvPr userDrawn="1"/>
        </p:nvCxnSpPr>
        <p:spPr>
          <a:xfrm flipH="1">
            <a:off x="9215269" y="5993538"/>
            <a:ext cx="1100194" cy="0"/>
          </a:xfrm>
          <a:prstGeom prst="line">
            <a:avLst/>
          </a:prstGeom>
          <a:ln w="3175" cmpd="sng">
            <a:solidFill>
              <a:schemeClr val="tx2"/>
            </a:solidFill>
            <a:prstDash val="dot"/>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userDrawn="1"/>
        </p:nvSpPr>
        <p:spPr>
          <a:xfrm>
            <a:off x="9215269" y="5854369"/>
            <a:ext cx="1100193" cy="142555"/>
          </a:xfrm>
          <a:prstGeom prst="rect">
            <a:avLst/>
          </a:prstGeom>
          <a:noFill/>
        </p:spPr>
        <p:txBody>
          <a:bodyPr wrap="square" lIns="0" tIns="0" rIns="0" bIns="0" rtlCol="0">
            <a:noAutofit/>
          </a:bodyPr>
          <a:lstStyle/>
          <a:p>
            <a:pPr algn="l"/>
            <a:r>
              <a:rPr lang="en-US" sz="800">
                <a:solidFill>
                  <a:schemeClr val="bg2">
                    <a:lumMod val="50000"/>
                  </a:schemeClr>
                </a:solidFill>
              </a:rPr>
              <a:t>No content below the line</a:t>
            </a:r>
          </a:p>
        </p:txBody>
      </p:sp>
      <p:sp>
        <p:nvSpPr>
          <p:cNvPr id="15" name="Date Placeholder 14"/>
          <p:cNvSpPr>
            <a:spLocks noGrp="1"/>
          </p:cNvSpPr>
          <p:nvPr>
            <p:ph type="dt" sz="half" idx="2"/>
          </p:nvPr>
        </p:nvSpPr>
        <p:spPr>
          <a:xfrm>
            <a:off x="6421439" y="1100212"/>
            <a:ext cx="2386012" cy="223277"/>
          </a:xfrm>
          <a:prstGeom prst="rect">
            <a:avLst/>
          </a:prstGeom>
        </p:spPr>
        <p:txBody>
          <a:bodyPr vert="horz" lIns="0" tIns="0" rIns="0" bIns="0" rtlCol="0" anchor="t"/>
          <a:lstStyle>
            <a:lvl1pPr algn="l">
              <a:defRPr lang="en-US" sz="1000" b="0" i="0" smtClean="0">
                <a:solidFill>
                  <a:srgbClr val="000000"/>
                </a:solidFill>
                <a:latin typeface="Arial Regular" charset="0"/>
                <a:cs typeface="Arial Regular" charset="0"/>
              </a:defRPr>
            </a:lvl1pPr>
          </a:lstStyle>
          <a:p>
            <a:endParaRPr lang="en-US"/>
          </a:p>
        </p:txBody>
      </p:sp>
      <p:sp>
        <p:nvSpPr>
          <p:cNvPr id="13" name="Rectangle 12"/>
          <p:cNvSpPr/>
          <p:nvPr userDrawn="1"/>
        </p:nvSpPr>
        <p:spPr>
          <a:xfrm>
            <a:off x="171061" y="6013061"/>
            <a:ext cx="2068286" cy="71016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4" name="Picture 13"/>
          <p:cNvPicPr>
            <a:picLocks noChangeAspect="1"/>
          </p:cNvPicPr>
          <p:nvPr userDrawn="1"/>
        </p:nvPicPr>
        <p:blipFill>
          <a:blip r:embed="rId23">
            <a:extLst>
              <a:ext uri="{28A0092B-C50C-407E-A947-70E740481C1C}">
                <a14:useLocalDpi xmlns:a14="http://schemas.microsoft.com/office/drawing/2010/main"/>
              </a:ext>
            </a:extLst>
          </a:blip>
          <a:stretch>
            <a:fillRect/>
          </a:stretch>
        </p:blipFill>
        <p:spPr>
          <a:xfrm>
            <a:off x="317352" y="6117205"/>
            <a:ext cx="963930" cy="461010"/>
          </a:xfrm>
          <a:prstGeom prst="rect">
            <a:avLst/>
          </a:prstGeom>
        </p:spPr>
      </p:pic>
    </p:spTree>
    <p:extLst>
      <p:ext uri="{BB962C8B-B14F-4D97-AF65-F5344CB8AC3E}">
        <p14:creationId xmlns:p14="http://schemas.microsoft.com/office/powerpoint/2010/main" val="2965970304"/>
      </p:ext>
    </p:extLst>
  </p:cSld>
  <p:clrMap bg1="lt1" tx1="dk1" bg2="lt2" tx2="dk2" accent1="accent1" accent2="accent2" accent3="accent3" accent4="accent4" accent5="accent5" accent6="accent6" hlink="hlink" folHlink="folHlink"/>
  <p:sldLayoutIdLst>
    <p:sldLayoutId id="2147484144" r:id="rId1"/>
    <p:sldLayoutId id="2147484146" r:id="rId2"/>
    <p:sldLayoutId id="2147484147" r:id="rId3"/>
    <p:sldLayoutId id="2147484148" r:id="rId4"/>
    <p:sldLayoutId id="2147484149" r:id="rId5"/>
    <p:sldLayoutId id="2147484143" r:id="rId6"/>
    <p:sldLayoutId id="2147484159" r:id="rId7"/>
    <p:sldLayoutId id="2147484150" r:id="rId8"/>
    <p:sldLayoutId id="2147484151" r:id="rId9"/>
    <p:sldLayoutId id="2147484152" r:id="rId10"/>
    <p:sldLayoutId id="2147484154" r:id="rId11"/>
    <p:sldLayoutId id="2147484155" r:id="rId12"/>
    <p:sldLayoutId id="2147484156" r:id="rId13"/>
    <p:sldLayoutId id="2147484157" r:id="rId14"/>
    <p:sldLayoutId id="2147484158" r:id="rId15"/>
    <p:sldLayoutId id="2147484160" r:id="rId16"/>
    <p:sldLayoutId id="2147484145" r:id="rId17"/>
    <p:sldLayoutId id="2147484161" r:id="rId18"/>
    <p:sldLayoutId id="2147484163" r:id="rId19"/>
    <p:sldLayoutId id="2147484164" r:id="rId20"/>
    <p:sldLayoutId id="2147484165" r:id="rId21"/>
  </p:sldLayoutIdLst>
  <p:transition/>
  <p:hf hdr="0" dt="0"/>
  <p:txStyles>
    <p:titleStyle>
      <a:lvl1pPr algn="l" defTabSz="457200" rtl="0" eaLnBrk="1" latinLnBrk="0" hangingPunct="1">
        <a:spcBef>
          <a:spcPct val="0"/>
        </a:spcBef>
        <a:buNone/>
        <a:defRPr sz="2800" b="1" i="0" kern="1200" baseline="0">
          <a:solidFill>
            <a:schemeClr val="tx1"/>
          </a:solidFill>
          <a:latin typeface="Arial"/>
          <a:ea typeface="Arial"/>
          <a:cs typeface="Arial"/>
        </a:defRPr>
      </a:lvl1pPr>
    </p:titleStyle>
    <p:bodyStyle>
      <a:lvl1pPr marL="0" indent="0" algn="l" defTabSz="457200" rtl="0" eaLnBrk="1" latinLnBrk="0" hangingPunct="1">
        <a:spcBef>
          <a:spcPts val="500"/>
        </a:spcBef>
        <a:buFont typeface="Arial"/>
        <a:buNone/>
        <a:defRPr sz="2000" b="1" i="0" kern="1200" baseline="0">
          <a:solidFill>
            <a:schemeClr val="tx1"/>
          </a:solidFill>
          <a:latin typeface="Arial"/>
          <a:ea typeface="Arial"/>
          <a:cs typeface="Arial"/>
        </a:defRPr>
      </a:lvl1pPr>
      <a:lvl2pPr marL="182880" marR="0" indent="-182880" algn="l" defTabSz="457200" rtl="0" eaLnBrk="1" fontAlgn="auto" latinLnBrk="0" hangingPunct="1">
        <a:lnSpc>
          <a:spcPct val="100000"/>
        </a:lnSpc>
        <a:spcBef>
          <a:spcPts val="500"/>
        </a:spcBef>
        <a:spcAft>
          <a:spcPct val="0"/>
        </a:spcAft>
        <a:buClrTx/>
        <a:buSzTx/>
        <a:buFont typeface="Arial"/>
        <a:buChar char="•"/>
        <a:defRPr sz="2000" b="1" i="0" kern="1200">
          <a:solidFill>
            <a:schemeClr val="tx1"/>
          </a:solidFill>
          <a:latin typeface="Arial"/>
          <a:ea typeface="Arial"/>
          <a:cs typeface="Arial"/>
        </a:defRPr>
      </a:lvl2pPr>
      <a:lvl3pPr marL="393192" indent="-182880" algn="l" defTabSz="457200" rtl="0" eaLnBrk="1" latinLnBrk="0" hangingPunct="1">
        <a:spcBef>
          <a:spcPts val="600"/>
        </a:spcBef>
        <a:buFont typeface=".AppleSystemUIFont" charset="-120"/>
        <a:buChar char="-"/>
        <a:defRPr sz="1350" b="1" i="0" kern="1200">
          <a:solidFill>
            <a:schemeClr val="tx1"/>
          </a:solidFill>
          <a:latin typeface="Arial"/>
          <a:ea typeface="Arial"/>
          <a:cs typeface="Arial"/>
        </a:defRPr>
      </a:lvl3pPr>
      <a:lvl4pPr marL="603504" indent="-182880" algn="l" defTabSz="457200" rtl="0" eaLnBrk="1" latinLnBrk="0" hangingPunct="1">
        <a:spcBef>
          <a:spcPts val="500"/>
        </a:spcBef>
        <a:buSzTx/>
        <a:buFont typeface=".AppleSystemUIFont" charset="-120"/>
        <a:buChar char="-"/>
        <a:defRPr sz="1350" b="1" i="0" kern="1200">
          <a:solidFill>
            <a:schemeClr val="tx1"/>
          </a:solidFill>
          <a:latin typeface="Arial"/>
          <a:ea typeface="Arial"/>
          <a:cs typeface="Arial"/>
        </a:defRPr>
      </a:lvl4pPr>
      <a:lvl5pPr marL="822960" indent="-182880" algn="l" defTabSz="457200" rtl="0" eaLnBrk="1" latinLnBrk="0" hangingPunct="1">
        <a:spcBef>
          <a:spcPts val="500"/>
        </a:spcBef>
        <a:buFont typeface=".AppleSystemUIFont" charset="-120"/>
        <a:buChar char="-"/>
        <a:defRPr sz="1350" b="1" i="0" kern="1200">
          <a:solidFill>
            <a:schemeClr val="tx1"/>
          </a:solidFill>
          <a:latin typeface="Arial"/>
          <a:ea typeface="Arial"/>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0675" y="298846"/>
            <a:ext cx="5218888" cy="573024"/>
          </a:xfrm>
        </p:spPr>
        <p:txBody>
          <a:bodyPr>
            <a:noAutofit/>
          </a:bodyPr>
          <a:lstStyle/>
          <a:p>
            <a:r>
              <a:rPr lang="en-US" sz="2800" b="1">
                <a:solidFill>
                  <a:srgbClr val="FF0000"/>
                </a:solidFill>
              </a:rPr>
              <a:t>RS-BUS-REG-R-000000-V000</a:t>
            </a:r>
            <a:br>
              <a:rPr lang="en-US" sz="2800" b="1">
                <a:solidFill>
                  <a:srgbClr val="FF0000"/>
                </a:solidFill>
              </a:rPr>
            </a:br>
            <a:br>
              <a:rPr lang="en-US" sz="2800" b="1">
                <a:solidFill>
                  <a:srgbClr val="FF0000"/>
                </a:solidFill>
              </a:rPr>
            </a:br>
            <a:r>
              <a:rPr lang="en-US" sz="2800" b="1">
                <a:solidFill>
                  <a:srgbClr val="FF0000"/>
                </a:solidFill>
              </a:rPr>
              <a:t>TYPE MODEL NAME</a:t>
            </a:r>
          </a:p>
        </p:txBody>
      </p:sp>
      <p:sp>
        <p:nvSpPr>
          <p:cNvPr id="3" name="Text Placeholder 2"/>
          <p:cNvSpPr>
            <a:spLocks noGrp="1"/>
          </p:cNvSpPr>
          <p:nvPr>
            <p:ph type="body" sz="quarter" idx="12"/>
          </p:nvPr>
        </p:nvSpPr>
        <p:spPr>
          <a:xfrm>
            <a:off x="246247" y="1956391"/>
            <a:ext cx="4257351" cy="306567"/>
          </a:xfrm>
        </p:spPr>
        <p:txBody>
          <a:bodyPr/>
          <a:lstStyle/>
          <a:p>
            <a:r>
              <a:rPr lang="en-US" sz="1400"/>
              <a:t>Date of CMGC Presentation</a:t>
            </a:r>
          </a:p>
          <a:p>
            <a:endParaRPr lang="en-US"/>
          </a:p>
          <a:p>
            <a:endParaRPr lang="en-US"/>
          </a:p>
        </p:txBody>
      </p:sp>
      <p:sp>
        <p:nvSpPr>
          <p:cNvPr id="4" name="Text Placeholder 3"/>
          <p:cNvSpPr>
            <a:spLocks noGrp="1"/>
          </p:cNvSpPr>
          <p:nvPr>
            <p:ph type="body" sz="quarter" idx="13"/>
          </p:nvPr>
        </p:nvSpPr>
        <p:spPr>
          <a:xfrm>
            <a:off x="5970494" y="298845"/>
            <a:ext cx="2829118" cy="1964113"/>
          </a:xfrm>
        </p:spPr>
        <p:txBody>
          <a:bodyPr/>
          <a:lstStyle/>
          <a:p>
            <a:r>
              <a:rPr lang="en-US" sz="1800"/>
              <a:t>Presenter #1 name</a:t>
            </a:r>
          </a:p>
          <a:p>
            <a:r>
              <a:rPr lang="en-US" sz="1800"/>
              <a:t>Job title</a:t>
            </a:r>
          </a:p>
          <a:p>
            <a:r>
              <a:rPr lang="en-US" sz="1800"/>
              <a:t>Department/sector</a:t>
            </a:r>
          </a:p>
          <a:p>
            <a:endParaRPr lang="en-US" sz="1800"/>
          </a:p>
          <a:p>
            <a:r>
              <a:rPr lang="en-US" sz="1800"/>
              <a:t>Presenter #2 name</a:t>
            </a:r>
          </a:p>
          <a:p>
            <a:r>
              <a:rPr lang="en-US" sz="1800"/>
              <a:t>Job title</a:t>
            </a:r>
          </a:p>
          <a:p>
            <a:r>
              <a:rPr lang="en-US" sz="1800"/>
              <a:t>AQV</a:t>
            </a:r>
          </a:p>
          <a:p>
            <a:endParaRPr lang="en-US" sz="1800"/>
          </a:p>
        </p:txBody>
      </p:sp>
      <p:sp>
        <p:nvSpPr>
          <p:cNvPr id="6" name="Text Placeholder 5"/>
          <p:cNvSpPr>
            <a:spLocks noGrp="1"/>
          </p:cNvSpPr>
          <p:nvPr>
            <p:ph type="body" sz="quarter" idx="15"/>
          </p:nvPr>
        </p:nvSpPr>
        <p:spPr>
          <a:xfrm>
            <a:off x="6422098" y="5698923"/>
            <a:ext cx="2377514" cy="828861"/>
          </a:xfrm>
        </p:spPr>
        <p:txBody>
          <a:bodyPr/>
          <a:lstStyle/>
          <a:p>
            <a:r>
              <a:rPr lang="en-US"/>
              <a:t>Copyright © 2016 by S&amp;P Global. </a:t>
            </a:r>
            <a:br>
              <a:rPr lang="en-US"/>
            </a:br>
            <a:r>
              <a:rPr lang="en-US"/>
              <a:t>All rights reserved.</a:t>
            </a:r>
          </a:p>
          <a:p>
            <a:r>
              <a:rPr lang="en-US"/>
              <a:t>Last update – 09/24/2024</a:t>
            </a:r>
          </a:p>
        </p:txBody>
      </p:sp>
      <p:pic>
        <p:nvPicPr>
          <p:cNvPr id="9" name="Picture Placeholder 9"/>
          <p:cNvPicPr>
            <a:picLocks noGrp="1" noChangeAspect="1"/>
          </p:cNvPicPr>
          <p:nvPr>
            <p:ph type="pic" sz="quarter" idx="16"/>
          </p:nvPr>
        </p:nvPicPr>
        <p:blipFill>
          <a:blip r:embed="rId2">
            <a:extLst>
              <a:ext uri="{28A0092B-C50C-407E-A947-70E740481C1C}">
                <a14:useLocalDpi xmlns:a14="http://schemas.microsoft.com/office/drawing/2010/main"/>
              </a:ext>
            </a:extLst>
          </a:blip>
          <a:stretch>
            <a:fillRect/>
          </a:stretch>
        </p:blipFill>
        <p:spPr>
          <a:xfrm>
            <a:off x="320675" y="2419840"/>
            <a:ext cx="8486775" cy="2284046"/>
          </a:xfrm>
        </p:spPr>
      </p:pic>
    </p:spTree>
    <p:extLst>
      <p:ext uri="{BB962C8B-B14F-4D97-AF65-F5344CB8AC3E}">
        <p14:creationId xmlns:p14="http://schemas.microsoft.com/office/powerpoint/2010/main" val="3110272117"/>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3"/>
          </p:nvPr>
        </p:nvSpPr>
        <p:spPr>
          <a:xfrm>
            <a:off x="227013" y="889001"/>
            <a:ext cx="8688387" cy="5030788"/>
          </a:xfrm>
        </p:spPr>
        <p:txBody>
          <a:bodyPr/>
          <a:lstStyle/>
          <a:p>
            <a:pPr marL="457200" indent="-457200">
              <a:buAutoNum type="arabicPeriod"/>
            </a:pPr>
            <a:r>
              <a:rPr lang="en-US" sz="1800"/>
              <a:t>Executive Summary &amp; Project Background </a:t>
            </a:r>
            <a:r>
              <a:rPr lang="en-US" sz="1800">
                <a:solidFill>
                  <a:srgbClr val="FF0000"/>
                </a:solidFill>
              </a:rPr>
              <a:t>(ProjFin Models Only)</a:t>
            </a:r>
          </a:p>
          <a:p>
            <a:pPr marL="457200" indent="-457200">
              <a:buAutoNum type="arabicPeriod"/>
            </a:pPr>
            <a:r>
              <a:rPr lang="en-US" sz="1800"/>
              <a:t>Relevant Criteria Articles</a:t>
            </a:r>
          </a:p>
          <a:p>
            <a:pPr marL="457200" indent="-457200">
              <a:buAutoNum type="arabicPeriod"/>
            </a:pPr>
            <a:r>
              <a:rPr lang="en-US" sz="1800"/>
              <a:t>Development Information</a:t>
            </a:r>
          </a:p>
          <a:p>
            <a:pPr marL="457200" indent="-457200">
              <a:buAutoNum type="arabicPeriod"/>
            </a:pPr>
            <a:r>
              <a:rPr lang="en-US" sz="1800"/>
              <a:t>Access &amp; Version Controls for Model Deployment</a:t>
            </a:r>
          </a:p>
          <a:p>
            <a:pPr marL="457200" indent="-457200">
              <a:buFont typeface="Arial"/>
              <a:buAutoNum type="arabicPeriod"/>
            </a:pPr>
            <a:r>
              <a:rPr lang="en-US" sz="1800"/>
              <a:t>Key Model Assumptions</a:t>
            </a:r>
          </a:p>
          <a:p>
            <a:pPr marL="457200" indent="-457200">
              <a:buAutoNum type="arabicPeriod"/>
            </a:pPr>
            <a:r>
              <a:rPr lang="en-US" sz="1800"/>
              <a:t>Limitations/Restrictions for the Model</a:t>
            </a:r>
          </a:p>
          <a:p>
            <a:pPr marL="457200" indent="-457200">
              <a:buAutoNum type="arabicPeriod"/>
            </a:pPr>
            <a:r>
              <a:rPr lang="en-US" sz="1800"/>
              <a:t>Model Changes since last CMGC/Board Approved Version</a:t>
            </a:r>
          </a:p>
          <a:p>
            <a:pPr marL="457200" indent="-457200">
              <a:buAutoNum type="arabicPeriod"/>
            </a:pPr>
            <a:r>
              <a:rPr lang="en-US" sz="1800"/>
              <a:t>Testing</a:t>
            </a:r>
          </a:p>
          <a:p>
            <a:pPr marL="457200" indent="-457200">
              <a:buAutoNum type="arabicPeriod"/>
            </a:pPr>
            <a:r>
              <a:rPr lang="en-US" sz="1800"/>
              <a:t>Back-Testing</a:t>
            </a:r>
          </a:p>
          <a:p>
            <a:pPr marL="457200" indent="-457200">
              <a:buAutoNum type="arabicPeriod"/>
            </a:pPr>
            <a:r>
              <a:rPr lang="en-US" sz="1800"/>
              <a:t>Model Validation Summary</a:t>
            </a:r>
          </a:p>
          <a:p>
            <a:pPr marL="457200" indent="-457200">
              <a:buAutoNum type="arabicPeriod"/>
            </a:pPr>
            <a:r>
              <a:rPr lang="en-US" sz="1800"/>
              <a:t>Model Training</a:t>
            </a:r>
          </a:p>
          <a:p>
            <a:pPr marL="457200" indent="-457200">
              <a:buAutoNum type="arabicPeriod"/>
            </a:pPr>
            <a:r>
              <a:rPr lang="en-US" sz="1800"/>
              <a:t>Model Retirement Request</a:t>
            </a:r>
          </a:p>
        </p:txBody>
      </p:sp>
      <p:sp>
        <p:nvSpPr>
          <p:cNvPr id="6" name="Slide Number Placeholder 5"/>
          <p:cNvSpPr>
            <a:spLocks noGrp="1"/>
          </p:cNvSpPr>
          <p:nvPr>
            <p:ph type="sldNum" sz="quarter" idx="16"/>
          </p:nvPr>
        </p:nvSpPr>
        <p:spPr/>
        <p:txBody>
          <a:bodyPr/>
          <a:lstStyle/>
          <a:p>
            <a:fld id="{D8C7B916-C5B8-B44E-8A57-C4F989E2FE98}" type="slidenum">
              <a:rPr lang="en-US" smtClean="0"/>
              <a:t>2</a:t>
            </a:fld>
            <a:endParaRPr lang="en-US"/>
          </a:p>
        </p:txBody>
      </p:sp>
      <p:sp>
        <p:nvSpPr>
          <p:cNvPr id="2" name="Title 1"/>
          <p:cNvSpPr>
            <a:spLocks noGrp="1"/>
          </p:cNvSpPr>
          <p:nvPr>
            <p:ph type="title"/>
          </p:nvPr>
        </p:nvSpPr>
        <p:spPr>
          <a:xfrm>
            <a:off x="227013" y="280847"/>
            <a:ext cx="8688387" cy="322404"/>
          </a:xfrm>
        </p:spPr>
        <p:txBody>
          <a:bodyPr/>
          <a:lstStyle/>
          <a:p>
            <a:r>
              <a:rPr lang="en-US"/>
              <a:t>Agenda</a:t>
            </a:r>
          </a:p>
        </p:txBody>
      </p:sp>
    </p:spTree>
    <p:extLst>
      <p:ext uri="{BB962C8B-B14F-4D97-AF65-F5344CB8AC3E}">
        <p14:creationId xmlns:p14="http://schemas.microsoft.com/office/powerpoint/2010/main" val="2993611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quarter" idx="13"/>
          </p:nvPr>
        </p:nvSpPr>
        <p:spPr>
          <a:xfrm>
            <a:off x="455613" y="795301"/>
            <a:ext cx="8459787" cy="5248275"/>
          </a:xfrm>
        </p:spPr>
        <p:txBody>
          <a:bodyPr/>
          <a:lstStyle/>
          <a:p>
            <a:pPr marL="342900" indent="-342900">
              <a:buFont typeface="+mj-lt"/>
              <a:buAutoNum type="arabicPeriod"/>
            </a:pPr>
            <a:r>
              <a:rPr lang="en-US" sz="1200">
                <a:latin typeface="Arial" pitchFamily="34" charset="0"/>
                <a:cs typeface="Arial" pitchFamily="34" charset="0"/>
              </a:rPr>
              <a:t>Model Name &amp; ID:</a:t>
            </a:r>
          </a:p>
          <a:p>
            <a:pPr marL="690563" lvl="1" indent="-342900">
              <a:buFont typeface="+mj-lt"/>
              <a:buAutoNum type="romanLcPeriod"/>
            </a:pPr>
            <a:r>
              <a:rPr lang="en-US" sz="1200">
                <a:latin typeface="Arial" pitchFamily="34" charset="0"/>
                <a:cs typeface="Arial" pitchFamily="34" charset="0"/>
              </a:rPr>
              <a:t>Last version approved by the CMGC/Board of Managers:</a:t>
            </a:r>
          </a:p>
          <a:p>
            <a:pPr marL="690563" lvl="1" indent="-342900">
              <a:buFont typeface="+mj-lt"/>
              <a:buAutoNum type="romanLcPeriod"/>
            </a:pPr>
            <a:r>
              <a:rPr lang="en-US" sz="1200">
                <a:latin typeface="Arial" pitchFamily="34" charset="0"/>
                <a:cs typeface="Arial" pitchFamily="34" charset="0"/>
              </a:rPr>
              <a:t>Version this new Model is expected to replace:</a:t>
            </a:r>
          </a:p>
          <a:p>
            <a:pPr marL="525780" lvl="1" indent="-342900">
              <a:buFont typeface="+mj-lt"/>
              <a:buAutoNum type="romanLcPeriod"/>
            </a:pPr>
            <a:endParaRPr lang="en-US" sz="1200">
              <a:latin typeface="Arial" pitchFamily="34" charset="0"/>
              <a:cs typeface="Arial" pitchFamily="34" charset="0"/>
            </a:endParaRPr>
          </a:p>
          <a:p>
            <a:pPr marL="342900" indent="-342900">
              <a:buFont typeface="+mj-lt"/>
              <a:buAutoNum type="arabicPeriod"/>
            </a:pPr>
            <a:r>
              <a:rPr lang="en-US" sz="1200">
                <a:latin typeface="Arial" pitchFamily="34" charset="0"/>
                <a:cs typeface="Arial" pitchFamily="34" charset="0"/>
              </a:rPr>
              <a:t>Covered Model Type:</a:t>
            </a:r>
          </a:p>
          <a:p>
            <a:pPr marL="342900" indent="-342900">
              <a:buFont typeface="+mj-lt"/>
              <a:buAutoNum type="arabicPeriod"/>
            </a:pPr>
            <a:endParaRPr lang="en-US" sz="1200" b="0">
              <a:latin typeface="Arial" pitchFamily="34" charset="0"/>
              <a:cs typeface="Arial" pitchFamily="34" charset="0"/>
            </a:endParaRPr>
          </a:p>
          <a:p>
            <a:pPr marL="342900" indent="-342900">
              <a:buFont typeface="+mj-lt"/>
              <a:buAutoNum type="arabicPeriod"/>
            </a:pPr>
            <a:r>
              <a:rPr lang="en-US" sz="1200">
                <a:latin typeface="Arial" pitchFamily="34" charset="0"/>
                <a:cs typeface="Arial" pitchFamily="34" charset="0"/>
              </a:rPr>
              <a:t>Purpose of the Model</a:t>
            </a:r>
            <a:r>
              <a:rPr lang="en-US" sz="1200" b="0">
                <a:latin typeface="Arial" pitchFamily="34" charset="0"/>
                <a:cs typeface="Arial" pitchFamily="34" charset="0"/>
              </a:rPr>
              <a:t>:</a:t>
            </a:r>
          </a:p>
          <a:p>
            <a:pPr marL="342900" indent="-342900">
              <a:buFont typeface="+mj-lt"/>
              <a:buAutoNum type="arabicPeriod"/>
            </a:pPr>
            <a:endParaRPr lang="en-US" sz="1200" b="0">
              <a:latin typeface="Arial" pitchFamily="34" charset="0"/>
              <a:cs typeface="Arial" pitchFamily="34" charset="0"/>
            </a:endParaRPr>
          </a:p>
          <a:p>
            <a:pPr marL="342900" indent="-342900">
              <a:buFont typeface="+mj-lt"/>
              <a:buAutoNum type="arabicPeriod"/>
            </a:pPr>
            <a:r>
              <a:rPr lang="en-US" sz="1200">
                <a:latin typeface="Arial" pitchFamily="34" charset="0"/>
                <a:cs typeface="Arial" pitchFamily="34" charset="0"/>
              </a:rPr>
              <a:t>Region: </a:t>
            </a:r>
          </a:p>
          <a:p>
            <a:pPr marL="342900" indent="-342900">
              <a:buFont typeface="+mj-lt"/>
              <a:buAutoNum type="arabicPeriod"/>
            </a:pPr>
            <a:endParaRPr lang="en-US" sz="1200" b="0">
              <a:latin typeface="Arial" pitchFamily="34" charset="0"/>
              <a:cs typeface="Arial" pitchFamily="34" charset="0"/>
            </a:endParaRPr>
          </a:p>
          <a:p>
            <a:pPr marL="342900" indent="-342900">
              <a:buFont typeface="+mj-lt"/>
              <a:buAutoNum type="arabicPeriod"/>
            </a:pPr>
            <a:r>
              <a:rPr lang="en-US" sz="1200">
                <a:latin typeface="Arial" pitchFamily="34" charset="0"/>
                <a:cs typeface="Arial" pitchFamily="34" charset="0"/>
              </a:rPr>
              <a:t>Business: </a:t>
            </a:r>
          </a:p>
          <a:p>
            <a:pPr marL="342900" indent="-342900">
              <a:buFont typeface="+mj-lt"/>
              <a:buAutoNum type="arabicPeriod"/>
            </a:pPr>
            <a:endParaRPr lang="en-US" sz="1200" b="0">
              <a:latin typeface="Arial" pitchFamily="34" charset="0"/>
              <a:cs typeface="Arial" pitchFamily="34" charset="0"/>
            </a:endParaRPr>
          </a:p>
          <a:p>
            <a:pPr marL="342900" indent="-342900">
              <a:buFont typeface="+mj-lt"/>
              <a:buAutoNum type="arabicPeriod"/>
            </a:pPr>
            <a:r>
              <a:rPr lang="en-US" sz="1200">
                <a:latin typeface="Arial" pitchFamily="34" charset="0"/>
                <a:cs typeface="Arial" pitchFamily="34" charset="0"/>
              </a:rPr>
              <a:t>Model cross reference to other models:</a:t>
            </a:r>
          </a:p>
          <a:p>
            <a:pPr marL="342900" indent="-342900">
              <a:buFont typeface="+mj-lt"/>
              <a:buAutoNum type="arabicPeriod"/>
            </a:pPr>
            <a:endParaRPr lang="en-US" sz="1200" b="0">
              <a:latin typeface="Arial" pitchFamily="34" charset="0"/>
              <a:cs typeface="Arial" pitchFamily="34" charset="0"/>
            </a:endParaRPr>
          </a:p>
          <a:p>
            <a:pPr marL="342900" indent="-342900">
              <a:buFont typeface="+mj-lt"/>
              <a:buAutoNum type="arabicPeriod"/>
            </a:pPr>
            <a:r>
              <a:rPr lang="en-US" sz="1200">
                <a:latin typeface="Arial" pitchFamily="34" charset="0"/>
                <a:cs typeface="Arial" pitchFamily="34" charset="0"/>
              </a:rPr>
              <a:t>Actual or expected usage: </a:t>
            </a:r>
          </a:p>
          <a:p>
            <a:pPr marL="342900" indent="-342900">
              <a:buFont typeface="+mj-lt"/>
              <a:buAutoNum type="arabicPeriod"/>
            </a:pPr>
            <a:endParaRPr lang="en-US" sz="1200">
              <a:latin typeface="Arial" pitchFamily="34" charset="0"/>
              <a:cs typeface="Arial" pitchFamily="34" charset="0"/>
            </a:endParaRPr>
          </a:p>
          <a:p>
            <a:pPr marL="342900" indent="-342900">
              <a:buFont typeface="+mj-lt"/>
              <a:buAutoNum type="arabicPeriod"/>
            </a:pPr>
            <a:r>
              <a:rPr lang="en-US" sz="1200">
                <a:latin typeface="Arial" pitchFamily="34" charset="0"/>
                <a:cs typeface="Arial" pitchFamily="34" charset="0"/>
              </a:rPr>
              <a:t>Time frame during which model is expected to remain valid: </a:t>
            </a:r>
          </a:p>
          <a:p>
            <a:pPr marL="342900" indent="-342900">
              <a:buFont typeface="+mj-lt"/>
              <a:buAutoNum type="arabicPeriod"/>
            </a:pPr>
            <a:endParaRPr lang="en-US" sz="1200">
              <a:latin typeface="Arial" pitchFamily="34" charset="0"/>
              <a:cs typeface="Arial" pitchFamily="34" charset="0"/>
            </a:endParaRPr>
          </a:p>
          <a:p>
            <a:pPr marL="342900" indent="-342900">
              <a:buFont typeface="+mj-lt"/>
              <a:buAutoNum type="arabicPeriod"/>
            </a:pPr>
            <a:r>
              <a:rPr lang="en-US" sz="1200">
                <a:latin typeface="Arial" pitchFamily="34" charset="0"/>
                <a:cs typeface="Arial" pitchFamily="34" charset="0"/>
              </a:rPr>
              <a:t>Squad:  </a:t>
            </a:r>
            <a:r>
              <a:rPr lang="en-US" sz="1200" b="0">
                <a:latin typeface="Arial" pitchFamily="34" charset="0"/>
                <a:cs typeface="Arial" pitchFamily="34" charset="0"/>
              </a:rPr>
              <a:t> </a:t>
            </a:r>
            <a:r>
              <a:rPr lang="en-US" sz="1200" b="0" i="1">
                <a:latin typeface="Arial" pitchFamily="34" charset="0"/>
                <a:cs typeface="Arial" pitchFamily="34" charset="0"/>
              </a:rPr>
              <a:t>Model working group</a:t>
            </a:r>
            <a:r>
              <a:rPr lang="en-US" sz="1200" b="0">
                <a:latin typeface="Arial" pitchFamily="34" charset="0"/>
                <a:cs typeface="Arial" pitchFamily="34" charset="0"/>
              </a:rPr>
              <a:t>: </a:t>
            </a:r>
          </a:p>
          <a:p>
            <a:pPr marL="1484313" lvl="5" indent="-342900">
              <a:buFont typeface="Wingdings" panose="05000000000000000000" pitchFamily="2" charset="2"/>
              <a:buChar char="§"/>
            </a:pPr>
            <a:r>
              <a:rPr lang="en-US" sz="1200" b="0" i="1">
                <a:latin typeface="Arial" pitchFamily="34" charset="0"/>
                <a:cs typeface="Arial" pitchFamily="34" charset="0"/>
              </a:rPr>
              <a:t>Developer:</a:t>
            </a:r>
          </a:p>
          <a:p>
            <a:pPr marL="1484313" lvl="5" indent="-342900">
              <a:buFont typeface="Wingdings" panose="05000000000000000000" pitchFamily="2" charset="2"/>
              <a:buChar char="§"/>
            </a:pPr>
            <a:r>
              <a:rPr lang="en-US" sz="1200" b="0" i="1">
                <a:latin typeface="Arial" pitchFamily="34" charset="0"/>
                <a:cs typeface="Arial" pitchFamily="34" charset="0"/>
              </a:rPr>
              <a:t>Tester (must be different than Developer):</a:t>
            </a:r>
          </a:p>
          <a:p>
            <a:pPr marL="1484313" lvl="5" indent="-342900">
              <a:buFont typeface="Wingdings" panose="05000000000000000000" pitchFamily="2" charset="2"/>
              <a:buChar char="§"/>
            </a:pPr>
            <a:r>
              <a:rPr lang="en-US" sz="1200" b="0" i="1">
                <a:latin typeface="Arial" pitchFamily="34" charset="0"/>
                <a:cs typeface="Arial" pitchFamily="34" charset="0"/>
              </a:rPr>
              <a:t>Squad Leader/Model Owner:</a:t>
            </a:r>
          </a:p>
          <a:p>
            <a:pPr marL="1484313" lvl="5" indent="-342900">
              <a:buFont typeface="Wingdings" panose="05000000000000000000" pitchFamily="2" charset="2"/>
              <a:buChar char="§"/>
            </a:pPr>
            <a:r>
              <a:rPr lang="en-US" sz="1200" b="0" i="1">
                <a:latin typeface="Arial" pitchFamily="34" charset="0"/>
                <a:cs typeface="Arial" pitchFamily="34" charset="0"/>
              </a:rPr>
              <a:t>Model Coordinator/Approver:	 </a:t>
            </a:r>
            <a:endParaRPr lang="en-US" sz="1200" i="1">
              <a:latin typeface="Arial" pitchFamily="34" charset="0"/>
              <a:cs typeface="Arial" pitchFamily="34" charset="0"/>
            </a:endParaRPr>
          </a:p>
          <a:p>
            <a:endParaRPr lang="en-GB" sz="1400"/>
          </a:p>
          <a:p>
            <a:pPr marL="342900" indent="-342900">
              <a:buFont typeface="Arial" pitchFamily="34" charset="0"/>
              <a:buChar char="•"/>
            </a:pPr>
            <a:endParaRPr lang="en-GB" sz="1400"/>
          </a:p>
        </p:txBody>
      </p:sp>
      <p:sp>
        <p:nvSpPr>
          <p:cNvPr id="3" name="Slide Number Placeholder 2"/>
          <p:cNvSpPr>
            <a:spLocks noGrp="1"/>
          </p:cNvSpPr>
          <p:nvPr>
            <p:ph type="sldNum" sz="quarter" idx="16"/>
          </p:nvPr>
        </p:nvSpPr>
        <p:spPr/>
        <p:txBody>
          <a:bodyPr/>
          <a:lstStyle/>
          <a:p>
            <a:fld id="{D8C7B916-C5B8-B44E-8A57-C4F989E2FE98}" type="slidenum">
              <a:rPr lang="en-US" smtClean="0"/>
              <a:t>3</a:t>
            </a:fld>
            <a:endParaRPr lang="en-US"/>
          </a:p>
        </p:txBody>
      </p:sp>
      <p:sp>
        <p:nvSpPr>
          <p:cNvPr id="11" name="Title 10"/>
          <p:cNvSpPr>
            <a:spLocks noGrp="1"/>
          </p:cNvSpPr>
          <p:nvPr>
            <p:ph type="title"/>
          </p:nvPr>
        </p:nvSpPr>
        <p:spPr>
          <a:xfrm>
            <a:off x="227013" y="280847"/>
            <a:ext cx="8688387" cy="315502"/>
          </a:xfrm>
        </p:spPr>
        <p:txBody>
          <a:bodyPr/>
          <a:lstStyle/>
          <a:p>
            <a:r>
              <a:rPr lang="en-US" sz="1800"/>
              <a:t>1. Executive Summary:</a:t>
            </a:r>
            <a:endParaRPr lang="en-US" sz="1800">
              <a:solidFill>
                <a:srgbClr val="FF0000"/>
              </a:solidFill>
            </a:endParaRPr>
          </a:p>
        </p:txBody>
      </p:sp>
    </p:spTree>
    <p:extLst>
      <p:ext uri="{BB962C8B-B14F-4D97-AF65-F5344CB8AC3E}">
        <p14:creationId xmlns:p14="http://schemas.microsoft.com/office/powerpoint/2010/main" val="4067905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a:xfrm>
            <a:off x="457200" y="3729470"/>
            <a:ext cx="8458200" cy="2033767"/>
          </a:xfrm>
        </p:spPr>
        <p:txBody>
          <a:bodyPr/>
          <a:lstStyle/>
          <a:p>
            <a:pPr marL="342900" indent="-342900">
              <a:buFont typeface="+mj-lt"/>
              <a:buAutoNum type="arabicParenR"/>
            </a:pPr>
            <a:r>
              <a:rPr lang="en-US" sz="1000"/>
              <a:t>Purpose:</a:t>
            </a:r>
            <a:endParaRPr lang="en-US" sz="1000" b="0"/>
          </a:p>
          <a:p>
            <a:pPr marL="342900" indent="-342900">
              <a:buFont typeface="+mj-lt"/>
              <a:buAutoNum type="arabicParenR"/>
            </a:pPr>
            <a:r>
              <a:rPr lang="en-US" sz="1000"/>
              <a:t>Debt:</a:t>
            </a:r>
            <a:endParaRPr lang="en-US" sz="1000" b="0"/>
          </a:p>
          <a:p>
            <a:pPr marL="342900" indent="-342900">
              <a:buFont typeface="+mj-lt"/>
              <a:buAutoNum type="arabicParenR"/>
            </a:pPr>
            <a:r>
              <a:rPr lang="en-US" sz="1000"/>
              <a:t>Transaction Background:</a:t>
            </a:r>
            <a:endParaRPr lang="en-US" sz="1000" b="0"/>
          </a:p>
          <a:p>
            <a:pPr marL="342900" indent="-342900">
              <a:buFont typeface="+mj-lt"/>
              <a:buAutoNum type="arabicParenR"/>
            </a:pPr>
            <a:r>
              <a:rPr lang="en-US" sz="1000"/>
              <a:t>Revenue Sources:</a:t>
            </a:r>
            <a:endParaRPr lang="en-US" sz="1000" b="0"/>
          </a:p>
          <a:p>
            <a:pPr marL="342900" indent="-342900">
              <a:buFont typeface="+mj-lt"/>
              <a:buAutoNum type="arabicParenR"/>
            </a:pPr>
            <a:r>
              <a:rPr lang="en-US" sz="1000"/>
              <a:t>Performance Risk:</a:t>
            </a:r>
            <a:endParaRPr lang="en-US" sz="1000" b="0"/>
          </a:p>
        </p:txBody>
      </p:sp>
      <p:sp>
        <p:nvSpPr>
          <p:cNvPr id="4" name="Title 10"/>
          <p:cNvSpPr>
            <a:spLocks noGrp="1"/>
          </p:cNvSpPr>
          <p:nvPr>
            <p:ph type="title"/>
          </p:nvPr>
        </p:nvSpPr>
        <p:spPr>
          <a:xfrm>
            <a:off x="227013" y="280847"/>
            <a:ext cx="8688387" cy="322403"/>
          </a:xfrm>
        </p:spPr>
        <p:txBody>
          <a:bodyPr/>
          <a:lstStyle/>
          <a:p>
            <a:r>
              <a:rPr lang="en-US" sz="1800"/>
              <a:t>1. Project Background: </a:t>
            </a:r>
            <a:r>
              <a:rPr lang="en-US" sz="1800">
                <a:solidFill>
                  <a:srgbClr val="FF0000"/>
                </a:solidFill>
              </a:rPr>
              <a:t>For ProjFin Models Only, Include Project Name</a:t>
            </a:r>
          </a:p>
        </p:txBody>
      </p:sp>
      <p:sp>
        <p:nvSpPr>
          <p:cNvPr id="3" name="Slide Number Placeholder 2"/>
          <p:cNvSpPr>
            <a:spLocks noGrp="1"/>
          </p:cNvSpPr>
          <p:nvPr>
            <p:ph type="sldNum" sz="quarter" idx="16"/>
          </p:nvPr>
        </p:nvSpPr>
        <p:spPr/>
        <p:txBody>
          <a:bodyPr/>
          <a:lstStyle/>
          <a:p>
            <a:fld id="{B270B15E-DA89-4221-8FC4-42200B7F7AB5}" type="slidenum">
              <a:rPr lang="en-US" smtClean="0"/>
              <a:t>4</a:t>
            </a:fld>
            <a:endParaRPr lang="en-US"/>
          </a:p>
        </p:txBody>
      </p:sp>
    </p:spTree>
    <p:extLst>
      <p:ext uri="{BB962C8B-B14F-4D97-AF65-F5344CB8AC3E}">
        <p14:creationId xmlns:p14="http://schemas.microsoft.com/office/powerpoint/2010/main" val="921105820"/>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6"/>
          </p:nvPr>
        </p:nvSpPr>
        <p:spPr/>
        <p:txBody>
          <a:bodyPr/>
          <a:lstStyle/>
          <a:p>
            <a:fld id="{D8C7B916-C5B8-B44E-8A57-C4F989E2FE98}" type="slidenum">
              <a:rPr lang="en-US" smtClean="0"/>
              <a:t>5</a:t>
            </a:fld>
            <a:endParaRPr lang="en-US"/>
          </a:p>
        </p:txBody>
      </p:sp>
      <p:sp>
        <p:nvSpPr>
          <p:cNvPr id="11" name="Title 10"/>
          <p:cNvSpPr>
            <a:spLocks noGrp="1"/>
          </p:cNvSpPr>
          <p:nvPr>
            <p:ph type="title"/>
          </p:nvPr>
        </p:nvSpPr>
        <p:spPr>
          <a:xfrm>
            <a:off x="227013" y="208761"/>
            <a:ext cx="8688387" cy="322404"/>
          </a:xfrm>
        </p:spPr>
        <p:txBody>
          <a:bodyPr/>
          <a:lstStyle/>
          <a:p>
            <a:r>
              <a:rPr lang="en-US" sz="1800"/>
              <a:t>2. Relevant Criteria Articles</a:t>
            </a:r>
            <a:endParaRPr lang="en-US" sz="1800">
              <a:solidFill>
                <a:srgbClr val="FF0000"/>
              </a:solidFill>
            </a:endParaRPr>
          </a:p>
        </p:txBody>
      </p:sp>
      <p:graphicFrame>
        <p:nvGraphicFramePr>
          <p:cNvPr id="9" name="Table 8"/>
          <p:cNvGraphicFramePr>
            <a:graphicFrameLocks noGrp="1"/>
          </p:cNvGraphicFramePr>
          <p:nvPr>
            <p:extLst>
              <p:ext uri="{D42A27DB-BD31-4B8C-83A1-F6EECF244321}">
                <p14:modId xmlns:p14="http://schemas.microsoft.com/office/powerpoint/2010/main" val="183894206"/>
              </p:ext>
            </p:extLst>
          </p:nvPr>
        </p:nvGraphicFramePr>
        <p:xfrm>
          <a:off x="274469" y="821364"/>
          <a:ext cx="8443519" cy="1926703"/>
        </p:xfrm>
        <a:graphic>
          <a:graphicData uri="http://schemas.openxmlformats.org/drawingml/2006/table">
            <a:tbl>
              <a:tblPr firstRow="1" bandRow="1">
                <a:tableStyleId>{5202B0CA-FC54-4496-8BCA-5EF66A818D29}</a:tableStyleId>
              </a:tblPr>
              <a:tblGrid>
                <a:gridCol w="406866">
                  <a:extLst>
                    <a:ext uri="{9D8B030D-6E8A-4147-A177-3AD203B41FA5}">
                      <a16:colId xmlns:a16="http://schemas.microsoft.com/office/drawing/2014/main" val="2451361336"/>
                    </a:ext>
                  </a:extLst>
                </a:gridCol>
                <a:gridCol w="1786855">
                  <a:extLst>
                    <a:ext uri="{9D8B030D-6E8A-4147-A177-3AD203B41FA5}">
                      <a16:colId xmlns:a16="http://schemas.microsoft.com/office/drawing/2014/main" val="3092450321"/>
                    </a:ext>
                  </a:extLst>
                </a:gridCol>
                <a:gridCol w="2080470">
                  <a:extLst>
                    <a:ext uri="{9D8B030D-6E8A-4147-A177-3AD203B41FA5}">
                      <a16:colId xmlns:a16="http://schemas.microsoft.com/office/drawing/2014/main" val="3049491359"/>
                    </a:ext>
                  </a:extLst>
                </a:gridCol>
                <a:gridCol w="4169328">
                  <a:extLst>
                    <a:ext uri="{9D8B030D-6E8A-4147-A177-3AD203B41FA5}">
                      <a16:colId xmlns:a16="http://schemas.microsoft.com/office/drawing/2014/main" val="2626601066"/>
                    </a:ext>
                  </a:extLst>
                </a:gridCol>
              </a:tblGrid>
              <a:tr h="322296">
                <a:tc>
                  <a:txBody>
                    <a:bodyPr/>
                    <a:lstStyle/>
                    <a:p>
                      <a:pPr marL="0" indent="-457200" algn="ctr" defTabSz="457200" rtl="0" eaLnBrk="1" latinLnBrk="0" hangingPunct="1">
                        <a:lnSpc>
                          <a:spcPct val="115000"/>
                        </a:lnSpc>
                        <a:spcAft>
                          <a:spcPct val="0"/>
                        </a:spcAft>
                      </a:pPr>
                      <a:r>
                        <a:rPr lang="en-US" sz="1200" kern="1200">
                          <a:effectLst/>
                        </a:rPr>
                        <a:t> </a:t>
                      </a:r>
                      <a:endParaRPr lang="en-US" sz="1200" b="1" kern="1200">
                        <a:solidFill>
                          <a:schemeClr val="lt1"/>
                        </a:solidFill>
                        <a:effectLst/>
                        <a:latin typeface="+mn-lt"/>
                        <a:ea typeface="+mn-ea"/>
                        <a:cs typeface="+mn-cs"/>
                      </a:endParaRPr>
                    </a:p>
                  </a:txBody>
                  <a:tcPr marL="68580" marR="68580" marT="0" marB="0" anchor="ctr">
                    <a:solidFill>
                      <a:schemeClr val="accent1"/>
                    </a:solidFill>
                  </a:tcPr>
                </a:tc>
                <a:tc>
                  <a:txBody>
                    <a:bodyPr/>
                    <a:lstStyle/>
                    <a:p>
                      <a:pPr algn="ctr">
                        <a:lnSpc>
                          <a:spcPct val="115000"/>
                        </a:lnSpc>
                        <a:spcAft>
                          <a:spcPct val="0"/>
                        </a:spcAft>
                      </a:pPr>
                      <a:r>
                        <a:rPr lang="en-US" sz="1400">
                          <a:effectLst/>
                        </a:rPr>
                        <a:t>Criteria ID (CUID)</a:t>
                      </a:r>
                      <a:endParaRPr lang="en-US" sz="1100">
                        <a:effectLst/>
                        <a:latin typeface="Calibri"/>
                        <a:ea typeface="Calibri"/>
                        <a:cs typeface="Times New Roman" charset="0"/>
                      </a:endParaRPr>
                    </a:p>
                  </a:txBody>
                  <a:tcPr marL="68580" marR="68580" marT="0" marB="0" anchor="b">
                    <a:solidFill>
                      <a:schemeClr val="accent1"/>
                    </a:solidFill>
                  </a:tcPr>
                </a:tc>
                <a:tc>
                  <a:txBody>
                    <a:bodyPr/>
                    <a:lstStyle/>
                    <a:p>
                      <a:pPr algn="ctr">
                        <a:lnSpc>
                          <a:spcPct val="115000"/>
                        </a:lnSpc>
                        <a:spcAft>
                          <a:spcPct val="0"/>
                        </a:spcAft>
                      </a:pPr>
                      <a:r>
                        <a:rPr lang="en-US" sz="1400">
                          <a:effectLst/>
                        </a:rPr>
                        <a:t>Date Criteria Published</a:t>
                      </a:r>
                      <a:endParaRPr lang="en-US" sz="1100">
                        <a:effectLst/>
                        <a:latin typeface="Calibri"/>
                        <a:ea typeface="Calibri"/>
                        <a:cs typeface="Times New Roman" charset="0"/>
                      </a:endParaRPr>
                    </a:p>
                  </a:txBody>
                  <a:tcPr marL="68580" marR="68580" marT="0" marB="0" anchor="b">
                    <a:solidFill>
                      <a:schemeClr val="accent1"/>
                    </a:solidFill>
                  </a:tcPr>
                </a:tc>
                <a:tc>
                  <a:txBody>
                    <a:bodyPr/>
                    <a:lstStyle/>
                    <a:p>
                      <a:pPr>
                        <a:lnSpc>
                          <a:spcPct val="115000"/>
                        </a:lnSpc>
                        <a:spcAft>
                          <a:spcPct val="0"/>
                        </a:spcAft>
                      </a:pPr>
                      <a:r>
                        <a:rPr lang="en-US" sz="1400">
                          <a:effectLst/>
                        </a:rPr>
                        <a:t>Criteria Title</a:t>
                      </a:r>
                      <a:endParaRPr lang="en-US" sz="1100">
                        <a:effectLst/>
                        <a:latin typeface="Calibri"/>
                        <a:ea typeface="Calibri"/>
                        <a:cs typeface="Times New Roman" charset="0"/>
                      </a:endParaRPr>
                    </a:p>
                  </a:txBody>
                  <a:tcPr marL="68580" marR="68580" marT="0" marB="0" anchor="b">
                    <a:solidFill>
                      <a:schemeClr val="accent1"/>
                    </a:solidFill>
                  </a:tcPr>
                </a:tc>
                <a:extLst>
                  <a:ext uri="{0D108BD9-81ED-4DB2-BD59-A6C34878D82A}">
                    <a16:rowId xmlns:a16="http://schemas.microsoft.com/office/drawing/2014/main" val="1675296618"/>
                  </a:ext>
                </a:extLst>
              </a:tr>
              <a:tr h="322296">
                <a:tc>
                  <a:txBody>
                    <a:bodyPr/>
                    <a:lstStyle/>
                    <a:p>
                      <a:pPr marL="0" algn="ctr" defTabSz="457200" rtl="0" eaLnBrk="1" latinLnBrk="0" hangingPunct="1">
                        <a:spcAft>
                          <a:spcPct val="0"/>
                        </a:spcAft>
                      </a:pPr>
                      <a:r>
                        <a:rPr lang="en-US" sz="1200" b="1" kern="1200">
                          <a:solidFill>
                            <a:schemeClr val="bg1"/>
                          </a:solidFill>
                          <a:effectLst/>
                        </a:rPr>
                        <a:t>1</a:t>
                      </a:r>
                      <a:endParaRPr lang="en-US" sz="1200" b="1" kern="1200">
                        <a:solidFill>
                          <a:schemeClr val="bg1"/>
                        </a:solidFill>
                        <a:effectLst/>
                        <a:latin typeface="+mn-lt"/>
                        <a:ea typeface="+mn-ea"/>
                        <a:cs typeface="+mn-cs"/>
                      </a:endParaRPr>
                    </a:p>
                  </a:txBody>
                  <a:tcPr marL="68580" marR="68580" marT="0" marB="0" anchor="ctr">
                    <a:solidFill>
                      <a:schemeClr val="accent1"/>
                    </a:solidFill>
                  </a:tcPr>
                </a:tc>
                <a:tc>
                  <a:txBody>
                    <a:bodyPr/>
                    <a:lstStyle/>
                    <a:p>
                      <a:pPr>
                        <a:spcAft>
                          <a:spcPct val="0"/>
                        </a:spcAft>
                      </a:pPr>
                      <a:endParaRPr lang="en-US" sz="1200">
                        <a:solidFill>
                          <a:srgbClr val="000000"/>
                        </a:solidFill>
                        <a:effectLst/>
                        <a:latin typeface="Arial"/>
                        <a:ea typeface="Calibri"/>
                      </a:endParaRPr>
                    </a:p>
                  </a:txBody>
                  <a:tcPr marL="68580" marR="68580" marT="0" marB="0" anchor="ctr"/>
                </a:tc>
                <a:tc>
                  <a:txBody>
                    <a:bodyPr/>
                    <a:lstStyle/>
                    <a:p>
                      <a:pPr algn="ctr">
                        <a:spcAft>
                          <a:spcPct val="0"/>
                        </a:spcAft>
                      </a:pPr>
                      <a:endParaRPr lang="en-US" sz="1200">
                        <a:solidFill>
                          <a:srgbClr val="000000"/>
                        </a:solidFill>
                        <a:effectLst/>
                        <a:latin typeface="Arial"/>
                        <a:ea typeface="Calibri"/>
                      </a:endParaRPr>
                    </a:p>
                  </a:txBody>
                  <a:tcPr marL="68580" marR="68580" marT="0" marB="0" anchor="ctr"/>
                </a:tc>
                <a:tc>
                  <a:txBody>
                    <a:bodyPr/>
                    <a:lstStyle/>
                    <a:p>
                      <a:pPr>
                        <a:spcAft>
                          <a:spcPct val="0"/>
                        </a:spcAft>
                      </a:pPr>
                      <a:endParaRPr lang="en-US" sz="1200">
                        <a:solidFill>
                          <a:srgbClr val="000000"/>
                        </a:solidFill>
                        <a:effectLst/>
                        <a:latin typeface="Arial"/>
                        <a:ea typeface="Calibri"/>
                      </a:endParaRPr>
                    </a:p>
                  </a:txBody>
                  <a:tcPr marL="68580" marR="68580" marT="0" marB="0" anchor="ctr"/>
                </a:tc>
                <a:extLst>
                  <a:ext uri="{0D108BD9-81ED-4DB2-BD59-A6C34878D82A}">
                    <a16:rowId xmlns:a16="http://schemas.microsoft.com/office/drawing/2014/main" val="3839280355"/>
                  </a:ext>
                </a:extLst>
              </a:tr>
              <a:tr h="322296">
                <a:tc>
                  <a:txBody>
                    <a:bodyPr/>
                    <a:lstStyle/>
                    <a:p>
                      <a:pPr marL="0" algn="ctr" defTabSz="457200" rtl="0" eaLnBrk="1" latinLnBrk="0" hangingPunct="1">
                        <a:spcAft>
                          <a:spcPct val="0"/>
                        </a:spcAft>
                      </a:pPr>
                      <a:r>
                        <a:rPr lang="en-US" sz="1200" b="1" kern="1200">
                          <a:solidFill>
                            <a:schemeClr val="bg1"/>
                          </a:solidFill>
                          <a:effectLst/>
                        </a:rPr>
                        <a:t>2</a:t>
                      </a:r>
                      <a:endParaRPr lang="en-US" sz="1200" b="1" kern="1200">
                        <a:solidFill>
                          <a:schemeClr val="bg1"/>
                        </a:solidFill>
                        <a:effectLst/>
                        <a:latin typeface="+mn-lt"/>
                        <a:ea typeface="+mn-ea"/>
                        <a:cs typeface="+mn-cs"/>
                      </a:endParaRPr>
                    </a:p>
                  </a:txBody>
                  <a:tcPr marL="68580" marR="68580" marT="0" marB="0" anchor="ctr">
                    <a:solidFill>
                      <a:schemeClr val="accent1"/>
                    </a:solidFill>
                  </a:tcPr>
                </a:tc>
                <a:tc>
                  <a:txBody>
                    <a:bodyPr/>
                    <a:lstStyle/>
                    <a:p>
                      <a:pPr>
                        <a:spcAft>
                          <a:spcPct val="0"/>
                        </a:spcAft>
                      </a:pPr>
                      <a:endParaRPr lang="en-US" sz="1200">
                        <a:solidFill>
                          <a:srgbClr val="000000"/>
                        </a:solidFill>
                        <a:effectLst/>
                        <a:latin typeface="Arial"/>
                        <a:ea typeface="Calibri"/>
                      </a:endParaRPr>
                    </a:p>
                  </a:txBody>
                  <a:tcPr marL="68580" marR="68580" marT="0" marB="0" anchor="ctr"/>
                </a:tc>
                <a:tc>
                  <a:txBody>
                    <a:bodyPr/>
                    <a:lstStyle/>
                    <a:p>
                      <a:pPr algn="ctr">
                        <a:spcAft>
                          <a:spcPct val="0"/>
                        </a:spcAft>
                      </a:pPr>
                      <a:endParaRPr lang="en-US" sz="1200">
                        <a:solidFill>
                          <a:srgbClr val="000000"/>
                        </a:solidFill>
                        <a:effectLst/>
                        <a:latin typeface="Arial"/>
                        <a:ea typeface="Calibri"/>
                      </a:endParaRPr>
                    </a:p>
                  </a:txBody>
                  <a:tcPr marL="68580" marR="68580" marT="0" marB="0" anchor="ctr"/>
                </a:tc>
                <a:tc>
                  <a:txBody>
                    <a:bodyPr/>
                    <a:lstStyle/>
                    <a:p>
                      <a:pPr>
                        <a:spcAft>
                          <a:spcPct val="0"/>
                        </a:spcAft>
                      </a:pPr>
                      <a:endParaRPr lang="en-US" sz="1200">
                        <a:solidFill>
                          <a:srgbClr val="000000"/>
                        </a:solidFill>
                        <a:effectLst/>
                        <a:latin typeface="Arial"/>
                        <a:ea typeface="Calibri"/>
                      </a:endParaRPr>
                    </a:p>
                  </a:txBody>
                  <a:tcPr marL="68580" marR="68580" marT="0" marB="0" anchor="ctr"/>
                </a:tc>
                <a:extLst>
                  <a:ext uri="{0D108BD9-81ED-4DB2-BD59-A6C34878D82A}">
                    <a16:rowId xmlns:a16="http://schemas.microsoft.com/office/drawing/2014/main" val="4023690977"/>
                  </a:ext>
                </a:extLst>
              </a:tr>
              <a:tr h="315223">
                <a:tc>
                  <a:txBody>
                    <a:bodyPr/>
                    <a:lstStyle/>
                    <a:p>
                      <a:pPr marL="0" algn="ctr" defTabSz="457200" rtl="0" eaLnBrk="1" latinLnBrk="0" hangingPunct="1">
                        <a:spcAft>
                          <a:spcPct val="0"/>
                        </a:spcAft>
                      </a:pPr>
                      <a:r>
                        <a:rPr lang="en-US" sz="1200" b="1" kern="1200">
                          <a:solidFill>
                            <a:schemeClr val="bg1"/>
                          </a:solidFill>
                          <a:effectLst/>
                        </a:rPr>
                        <a:t>3</a:t>
                      </a:r>
                      <a:endParaRPr lang="en-US" sz="1200" b="1" kern="1200">
                        <a:solidFill>
                          <a:schemeClr val="bg1"/>
                        </a:solidFill>
                        <a:effectLst/>
                        <a:latin typeface="+mn-lt"/>
                        <a:ea typeface="+mn-ea"/>
                        <a:cs typeface="+mn-cs"/>
                      </a:endParaRPr>
                    </a:p>
                  </a:txBody>
                  <a:tcPr marL="68580" marR="68580" marT="0" marB="0" anchor="ctr">
                    <a:solidFill>
                      <a:schemeClr val="accent1"/>
                    </a:solidFill>
                  </a:tcPr>
                </a:tc>
                <a:tc>
                  <a:txBody>
                    <a:bodyPr/>
                    <a:lstStyle/>
                    <a:p>
                      <a:pPr>
                        <a:spcAft>
                          <a:spcPct val="0"/>
                        </a:spcAft>
                      </a:pPr>
                      <a:endParaRPr lang="en-US" sz="1200">
                        <a:solidFill>
                          <a:srgbClr val="000000"/>
                        </a:solidFill>
                        <a:effectLst/>
                        <a:latin typeface="Arial"/>
                        <a:ea typeface="Calibri"/>
                      </a:endParaRPr>
                    </a:p>
                  </a:txBody>
                  <a:tcPr marL="68580" marR="68580" marT="0" marB="0" anchor="ctr"/>
                </a:tc>
                <a:tc>
                  <a:txBody>
                    <a:bodyPr/>
                    <a:lstStyle/>
                    <a:p>
                      <a:pPr algn="ctr">
                        <a:spcAft>
                          <a:spcPct val="0"/>
                        </a:spcAft>
                      </a:pPr>
                      <a:endParaRPr lang="en-US" sz="1200">
                        <a:solidFill>
                          <a:srgbClr val="000000"/>
                        </a:solidFill>
                        <a:effectLst/>
                        <a:latin typeface="Arial"/>
                        <a:ea typeface="Calibri"/>
                      </a:endParaRPr>
                    </a:p>
                  </a:txBody>
                  <a:tcPr marL="68580" marR="68580" marT="0" marB="0" anchor="ctr"/>
                </a:tc>
                <a:tc>
                  <a:txBody>
                    <a:bodyPr/>
                    <a:lstStyle/>
                    <a:p>
                      <a:pPr>
                        <a:spcAft>
                          <a:spcPct val="0"/>
                        </a:spcAft>
                      </a:pPr>
                      <a:endParaRPr lang="en-US" sz="1200">
                        <a:solidFill>
                          <a:srgbClr val="000000"/>
                        </a:solidFill>
                        <a:effectLst/>
                        <a:latin typeface="Arial"/>
                        <a:ea typeface="Calibri"/>
                      </a:endParaRPr>
                    </a:p>
                  </a:txBody>
                  <a:tcPr marL="68580" marR="68580" marT="0" marB="0" anchor="ctr"/>
                </a:tc>
                <a:extLst>
                  <a:ext uri="{0D108BD9-81ED-4DB2-BD59-A6C34878D82A}">
                    <a16:rowId xmlns:a16="http://schemas.microsoft.com/office/drawing/2014/main" val="3151102751"/>
                  </a:ext>
                </a:extLst>
              </a:tr>
              <a:tr h="322296">
                <a:tc>
                  <a:txBody>
                    <a:bodyPr/>
                    <a:lstStyle/>
                    <a:p>
                      <a:pPr marL="0" algn="ctr" defTabSz="457200" rtl="0" eaLnBrk="1" latinLnBrk="0" hangingPunct="1">
                        <a:spcAft>
                          <a:spcPct val="0"/>
                        </a:spcAft>
                      </a:pPr>
                      <a:r>
                        <a:rPr lang="en-US" sz="1200" b="1" kern="1200">
                          <a:solidFill>
                            <a:schemeClr val="bg1"/>
                          </a:solidFill>
                          <a:effectLst/>
                        </a:rPr>
                        <a:t>4</a:t>
                      </a:r>
                      <a:endParaRPr lang="en-US" sz="1200" b="1" kern="1200">
                        <a:solidFill>
                          <a:schemeClr val="bg1"/>
                        </a:solidFill>
                        <a:effectLst/>
                        <a:latin typeface="+mn-lt"/>
                        <a:ea typeface="+mn-ea"/>
                        <a:cs typeface="+mn-cs"/>
                      </a:endParaRPr>
                    </a:p>
                  </a:txBody>
                  <a:tcPr marL="68580" marR="68580" marT="0" marB="0" anchor="ctr">
                    <a:solidFill>
                      <a:schemeClr val="accent1"/>
                    </a:solidFill>
                  </a:tcPr>
                </a:tc>
                <a:tc>
                  <a:txBody>
                    <a:bodyPr/>
                    <a:lstStyle/>
                    <a:p>
                      <a:pPr>
                        <a:spcAft>
                          <a:spcPct val="0"/>
                        </a:spcAft>
                      </a:pPr>
                      <a:endParaRPr lang="en-US" sz="1200">
                        <a:solidFill>
                          <a:srgbClr val="000000"/>
                        </a:solidFill>
                        <a:effectLst/>
                        <a:latin typeface="Arial"/>
                        <a:ea typeface="Calibri"/>
                      </a:endParaRPr>
                    </a:p>
                  </a:txBody>
                  <a:tcPr marL="68580" marR="68580" marT="0" marB="0" anchor="ctr"/>
                </a:tc>
                <a:tc>
                  <a:txBody>
                    <a:bodyPr/>
                    <a:lstStyle/>
                    <a:p>
                      <a:pPr algn="ctr">
                        <a:spcAft>
                          <a:spcPct val="0"/>
                        </a:spcAft>
                      </a:pPr>
                      <a:endParaRPr lang="en-US" sz="1200">
                        <a:solidFill>
                          <a:srgbClr val="000000"/>
                        </a:solidFill>
                        <a:effectLst/>
                        <a:latin typeface="Arial"/>
                        <a:ea typeface="Calibri"/>
                      </a:endParaRPr>
                    </a:p>
                  </a:txBody>
                  <a:tcPr marL="68580" marR="68580" marT="0" marB="0" anchor="ctr"/>
                </a:tc>
                <a:tc>
                  <a:txBody>
                    <a:bodyPr/>
                    <a:lstStyle/>
                    <a:p>
                      <a:pPr>
                        <a:spcAft>
                          <a:spcPct val="0"/>
                        </a:spcAft>
                      </a:pPr>
                      <a:endParaRPr lang="en-US" sz="1200">
                        <a:solidFill>
                          <a:srgbClr val="000000"/>
                        </a:solidFill>
                        <a:effectLst/>
                        <a:latin typeface="Arial"/>
                        <a:ea typeface="Calibri"/>
                      </a:endParaRPr>
                    </a:p>
                  </a:txBody>
                  <a:tcPr marL="68580" marR="68580" marT="0" marB="0" anchor="ctr"/>
                </a:tc>
                <a:extLst>
                  <a:ext uri="{0D108BD9-81ED-4DB2-BD59-A6C34878D82A}">
                    <a16:rowId xmlns:a16="http://schemas.microsoft.com/office/drawing/2014/main" val="923210152"/>
                  </a:ext>
                </a:extLst>
              </a:tr>
              <a:tr h="322296">
                <a:tc>
                  <a:txBody>
                    <a:bodyPr/>
                    <a:lstStyle/>
                    <a:p>
                      <a:pPr marL="0" algn="ctr" defTabSz="457200" rtl="0" eaLnBrk="1" latinLnBrk="0" hangingPunct="1">
                        <a:spcAft>
                          <a:spcPct val="0"/>
                        </a:spcAft>
                      </a:pPr>
                      <a:r>
                        <a:rPr lang="en-US" sz="1200" b="1" kern="1200">
                          <a:solidFill>
                            <a:schemeClr val="bg1"/>
                          </a:solidFill>
                          <a:effectLst/>
                        </a:rPr>
                        <a:t>5</a:t>
                      </a:r>
                      <a:endParaRPr lang="en-US" sz="1200" b="1" kern="1200">
                        <a:solidFill>
                          <a:schemeClr val="bg1"/>
                        </a:solidFill>
                        <a:effectLst/>
                        <a:latin typeface="+mn-lt"/>
                        <a:ea typeface="+mn-ea"/>
                        <a:cs typeface="+mn-cs"/>
                      </a:endParaRPr>
                    </a:p>
                  </a:txBody>
                  <a:tcPr marL="68580" marR="68580" marT="0" marB="0" anchor="ctr">
                    <a:solidFill>
                      <a:schemeClr val="accent1"/>
                    </a:solidFill>
                  </a:tcPr>
                </a:tc>
                <a:tc>
                  <a:txBody>
                    <a:bodyPr/>
                    <a:lstStyle/>
                    <a:p>
                      <a:pPr>
                        <a:spcAft>
                          <a:spcPct val="0"/>
                        </a:spcAft>
                      </a:pPr>
                      <a:endParaRPr lang="en-US" sz="1200">
                        <a:solidFill>
                          <a:srgbClr val="000000"/>
                        </a:solidFill>
                        <a:effectLst/>
                        <a:latin typeface="Arial"/>
                        <a:ea typeface="Calibri"/>
                      </a:endParaRPr>
                    </a:p>
                  </a:txBody>
                  <a:tcPr marL="68580" marR="68580" marT="0" marB="0" anchor="ctr"/>
                </a:tc>
                <a:tc>
                  <a:txBody>
                    <a:bodyPr/>
                    <a:lstStyle/>
                    <a:p>
                      <a:pPr algn="ctr">
                        <a:spcAft>
                          <a:spcPct val="0"/>
                        </a:spcAft>
                      </a:pPr>
                      <a:endParaRPr lang="en-US" sz="1200">
                        <a:solidFill>
                          <a:srgbClr val="000000"/>
                        </a:solidFill>
                        <a:effectLst/>
                        <a:latin typeface="Arial"/>
                        <a:ea typeface="Calibri"/>
                      </a:endParaRPr>
                    </a:p>
                  </a:txBody>
                  <a:tcPr marL="68580" marR="68580" marT="0" marB="0" anchor="ctr"/>
                </a:tc>
                <a:tc>
                  <a:txBody>
                    <a:bodyPr/>
                    <a:lstStyle/>
                    <a:p>
                      <a:pPr>
                        <a:spcAft>
                          <a:spcPct val="0"/>
                        </a:spcAft>
                      </a:pPr>
                      <a:endParaRPr lang="en-US" sz="1200">
                        <a:solidFill>
                          <a:srgbClr val="000000"/>
                        </a:solidFill>
                        <a:effectLst/>
                        <a:latin typeface="Arial"/>
                        <a:ea typeface="Calibri"/>
                      </a:endParaRPr>
                    </a:p>
                  </a:txBody>
                  <a:tcPr marL="68580" marR="68580" marT="0" marB="0" anchor="ctr"/>
                </a:tc>
                <a:extLst>
                  <a:ext uri="{0D108BD9-81ED-4DB2-BD59-A6C34878D82A}">
                    <a16:rowId xmlns:a16="http://schemas.microsoft.com/office/drawing/2014/main" val="180055822"/>
                  </a:ext>
                </a:extLst>
              </a:tr>
            </a:tbl>
          </a:graphicData>
        </a:graphic>
      </p:graphicFrame>
    </p:spTree>
    <p:extLst>
      <p:ext uri="{BB962C8B-B14F-4D97-AF65-F5344CB8AC3E}">
        <p14:creationId xmlns:p14="http://schemas.microsoft.com/office/powerpoint/2010/main" val="766514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quarter" idx="13"/>
          </p:nvPr>
        </p:nvSpPr>
        <p:spPr>
          <a:xfrm>
            <a:off x="457201" y="869950"/>
            <a:ext cx="8229600" cy="5248275"/>
          </a:xfrm>
        </p:spPr>
        <p:txBody>
          <a:bodyPr/>
          <a:lstStyle/>
          <a:p>
            <a:pPr marL="342900" indent="-342900">
              <a:buFont typeface="+mj-lt"/>
              <a:buAutoNum type="arabicPeriod"/>
            </a:pPr>
            <a:r>
              <a:rPr lang="en-US" sz="1400"/>
              <a:t>Lead Model Developer: </a:t>
            </a:r>
            <a:r>
              <a:rPr lang="en-US" sz="1400" b="0" err="1"/>
              <a:t>xxxxxx</a:t>
            </a:r>
            <a:endParaRPr lang="en-US" sz="1400" b="0"/>
          </a:p>
          <a:p>
            <a:pPr marL="342900" indent="-342900">
              <a:buFont typeface="+mj-lt"/>
              <a:buAutoNum type="arabicPeriod"/>
            </a:pPr>
            <a:endParaRPr lang="en-US" sz="1400" b="0"/>
          </a:p>
          <a:p>
            <a:pPr marL="342900" indent="-342900">
              <a:buFont typeface="+mj-lt"/>
              <a:buAutoNum type="arabicPeriod"/>
            </a:pPr>
            <a:r>
              <a:rPr lang="en-US" sz="1400" i="1"/>
              <a:t>Platform for model deployment:  </a:t>
            </a:r>
            <a:r>
              <a:rPr lang="en-US" sz="1400" b="0" i="1" err="1"/>
              <a:t>xxxx</a:t>
            </a:r>
            <a:endParaRPr lang="en-US" sz="1400" b="0" i="1"/>
          </a:p>
          <a:p>
            <a:pPr marL="342900" indent="-342900">
              <a:buFont typeface="+mj-lt"/>
              <a:buAutoNum type="arabicPeriod"/>
            </a:pPr>
            <a:endParaRPr lang="en-US" sz="1400"/>
          </a:p>
          <a:p>
            <a:pPr marL="342900" indent="-342900">
              <a:buFont typeface="+mj-lt"/>
              <a:buAutoNum type="arabicPeriod"/>
            </a:pPr>
            <a:r>
              <a:rPr lang="en-US" sz="1400"/>
              <a:t>Start/Completion Dates of Model Development:</a:t>
            </a:r>
            <a:r>
              <a:rPr lang="en-US" sz="1400" b="0"/>
              <a:t> xxxxxx</a:t>
            </a:r>
          </a:p>
          <a:p>
            <a:pPr marL="342900" indent="-342900">
              <a:buFont typeface="+mj-lt"/>
              <a:buAutoNum type="arabicPeriod"/>
            </a:pPr>
            <a:endParaRPr lang="en-US" sz="1400"/>
          </a:p>
          <a:p>
            <a:pPr marL="342900" indent="-342900">
              <a:buFont typeface="+mj-lt"/>
              <a:buAutoNum type="arabicPeriod"/>
            </a:pPr>
            <a:r>
              <a:rPr lang="en-US" sz="1400"/>
              <a:t>Type &amp; Source of Inputs:</a:t>
            </a:r>
            <a:endParaRPr lang="en-US" sz="1400" b="0"/>
          </a:p>
          <a:p>
            <a:pPr marL="576263" lvl="1" indent="-342900">
              <a:buFont typeface="+mj-lt"/>
              <a:buAutoNum type="alphaLcParenR"/>
            </a:pPr>
            <a:r>
              <a:rPr lang="en-US" sz="1400" b="0" err="1"/>
              <a:t>Xxxxxxxx</a:t>
            </a:r>
            <a:endParaRPr lang="en-US" sz="1400" b="0"/>
          </a:p>
          <a:p>
            <a:pPr marL="576263" lvl="1" indent="-342900">
              <a:buFont typeface="+mj-lt"/>
              <a:buAutoNum type="alphaLcParenR"/>
            </a:pPr>
            <a:r>
              <a:rPr lang="en-US" sz="1400" b="0" err="1"/>
              <a:t>Xxxxxxxx</a:t>
            </a:r>
            <a:endParaRPr lang="en-US" sz="1400" b="0"/>
          </a:p>
          <a:p>
            <a:pPr marL="576263" lvl="1" indent="-342900">
              <a:buFont typeface="+mj-lt"/>
              <a:buAutoNum type="alphaLcParenR"/>
            </a:pPr>
            <a:r>
              <a:rPr lang="en-US" sz="1400" b="0" err="1"/>
              <a:t>Xxxxxxxx</a:t>
            </a:r>
            <a:endParaRPr lang="en-US" sz="1400" b="0"/>
          </a:p>
          <a:p>
            <a:pPr marL="576263" lvl="1" indent="-342900">
              <a:buFont typeface="+mj-lt"/>
              <a:buAutoNum type="alphaLcParenR"/>
            </a:pPr>
            <a:endParaRPr lang="en-US" sz="1400"/>
          </a:p>
          <a:p>
            <a:pPr marL="342900" indent="-342900">
              <a:buFont typeface="+mj-lt"/>
              <a:buAutoNum type="arabicPeriod"/>
            </a:pPr>
            <a:r>
              <a:rPr lang="en-US" sz="1400"/>
              <a:t>Model performance measures:</a:t>
            </a:r>
            <a:r>
              <a:rPr lang="en-US" sz="1400" b="0"/>
              <a:t> xxxxxxx</a:t>
            </a:r>
            <a:br>
              <a:rPr lang="en-US" sz="1400" b="0"/>
            </a:br>
            <a:endParaRPr lang="en-US" sz="1400" b="0"/>
          </a:p>
          <a:p>
            <a:pPr marL="342900" indent="-342900">
              <a:buFont typeface="+mj-lt"/>
              <a:buAutoNum type="arabicPeriod"/>
            </a:pPr>
            <a:r>
              <a:rPr lang="en-US" sz="1400"/>
              <a:t>Date of model validation report (if any):</a:t>
            </a:r>
            <a:r>
              <a:rPr lang="en-US" sz="1400" b="0"/>
              <a:t> DD-MMM-YYYY</a:t>
            </a:r>
          </a:p>
          <a:p>
            <a:pPr marL="342900" indent="-342900">
              <a:buFont typeface="+mj-lt"/>
              <a:buAutoNum type="arabicPeriod"/>
            </a:pPr>
            <a:endParaRPr lang="en-US" sz="1400" b="0"/>
          </a:p>
          <a:p>
            <a:pPr marL="342900" indent="-342900">
              <a:buFont typeface="+mj-lt"/>
              <a:buAutoNum type="arabicPeriod"/>
            </a:pPr>
            <a:endParaRPr lang="en-US" sz="1400"/>
          </a:p>
          <a:p>
            <a:endParaRPr lang="en-GB" sz="1600"/>
          </a:p>
          <a:p>
            <a:pPr marL="342900" indent="-342900">
              <a:buFont typeface="Arial" pitchFamily="34" charset="0"/>
              <a:buChar char="•"/>
            </a:pPr>
            <a:endParaRPr lang="en-GB"/>
          </a:p>
        </p:txBody>
      </p:sp>
      <p:sp>
        <p:nvSpPr>
          <p:cNvPr id="3" name="Slide Number Placeholder 2"/>
          <p:cNvSpPr>
            <a:spLocks noGrp="1"/>
          </p:cNvSpPr>
          <p:nvPr>
            <p:ph type="sldNum" sz="quarter" idx="16"/>
          </p:nvPr>
        </p:nvSpPr>
        <p:spPr/>
        <p:txBody>
          <a:bodyPr/>
          <a:lstStyle/>
          <a:p>
            <a:fld id="{D8C7B916-C5B8-B44E-8A57-C4F989E2FE98}" type="slidenum">
              <a:rPr lang="en-US" smtClean="0"/>
              <a:t>6</a:t>
            </a:fld>
            <a:endParaRPr lang="en-US"/>
          </a:p>
        </p:txBody>
      </p:sp>
      <p:sp>
        <p:nvSpPr>
          <p:cNvPr id="11" name="Title 10"/>
          <p:cNvSpPr>
            <a:spLocks noGrp="1"/>
          </p:cNvSpPr>
          <p:nvPr>
            <p:ph type="title"/>
          </p:nvPr>
        </p:nvSpPr>
        <p:spPr>
          <a:xfrm>
            <a:off x="227013" y="280847"/>
            <a:ext cx="8688387" cy="328753"/>
          </a:xfrm>
        </p:spPr>
        <p:txBody>
          <a:bodyPr/>
          <a:lstStyle/>
          <a:p>
            <a:r>
              <a:rPr lang="en-US" sz="1800"/>
              <a:t>3. Development Information: </a:t>
            </a:r>
          </a:p>
        </p:txBody>
      </p:sp>
    </p:spTree>
    <p:extLst>
      <p:ext uri="{BB962C8B-B14F-4D97-AF65-F5344CB8AC3E}">
        <p14:creationId xmlns:p14="http://schemas.microsoft.com/office/powerpoint/2010/main" val="662178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quarter" idx="13"/>
          </p:nvPr>
        </p:nvSpPr>
        <p:spPr>
          <a:xfrm>
            <a:off x="227011" y="820738"/>
            <a:ext cx="8688387" cy="5124451"/>
          </a:xfrm>
        </p:spPr>
        <p:txBody>
          <a:bodyPr/>
          <a:lstStyle/>
          <a:p>
            <a:pPr marL="400050" indent="-400050">
              <a:buFont typeface="+mj-lt"/>
              <a:buAutoNum type="romanLcPeriod"/>
            </a:pPr>
            <a:endParaRPr lang="en-US" sz="1600" b="0"/>
          </a:p>
          <a:p>
            <a:endParaRPr lang="en-US" sz="1600"/>
          </a:p>
          <a:p>
            <a:endParaRPr lang="en-GB" sz="1600"/>
          </a:p>
          <a:p>
            <a:pPr marL="342900" indent="-342900">
              <a:buFont typeface="Arial" pitchFamily="34" charset="0"/>
              <a:buChar char="•"/>
            </a:pPr>
            <a:endParaRPr lang="en-GB"/>
          </a:p>
        </p:txBody>
      </p:sp>
      <p:sp>
        <p:nvSpPr>
          <p:cNvPr id="3" name="Slide Number Placeholder 2"/>
          <p:cNvSpPr>
            <a:spLocks noGrp="1"/>
          </p:cNvSpPr>
          <p:nvPr>
            <p:ph type="sldNum" sz="quarter" idx="16"/>
          </p:nvPr>
        </p:nvSpPr>
        <p:spPr/>
        <p:txBody>
          <a:bodyPr/>
          <a:lstStyle/>
          <a:p>
            <a:fld id="{D8C7B916-C5B8-B44E-8A57-C4F989E2FE98}" type="slidenum">
              <a:rPr lang="en-US" smtClean="0"/>
              <a:t>7</a:t>
            </a:fld>
            <a:endParaRPr lang="en-US"/>
          </a:p>
        </p:txBody>
      </p:sp>
      <p:sp>
        <p:nvSpPr>
          <p:cNvPr id="11" name="Title 10"/>
          <p:cNvSpPr>
            <a:spLocks noGrp="1"/>
          </p:cNvSpPr>
          <p:nvPr>
            <p:ph type="title"/>
          </p:nvPr>
        </p:nvSpPr>
        <p:spPr>
          <a:xfrm>
            <a:off x="227013" y="280846"/>
            <a:ext cx="8688387" cy="328754"/>
          </a:xfrm>
        </p:spPr>
        <p:txBody>
          <a:bodyPr/>
          <a:lstStyle/>
          <a:p>
            <a:r>
              <a:rPr lang="en-US" sz="1800"/>
              <a:t>4. Access &amp; Version Controls for Model Deployment:</a:t>
            </a:r>
          </a:p>
        </p:txBody>
      </p:sp>
      <p:sp>
        <p:nvSpPr>
          <p:cNvPr id="5" name="Content Placeholder 5"/>
          <p:cNvSpPr txBox="1"/>
          <p:nvPr/>
        </p:nvSpPr>
        <p:spPr>
          <a:xfrm>
            <a:off x="457200" y="869950"/>
            <a:ext cx="8458199" cy="5248275"/>
          </a:xfrm>
          <a:prstGeom prst="rect">
            <a:avLst/>
          </a:prstGeom>
          <a:ln cap="flat">
            <a:noFill/>
            <a:miter lim="800000"/>
          </a:ln>
        </p:spPr>
        <p:txBody>
          <a:bodyPr vert="horz" wrap="square" lIns="0" tIns="0" rIns="0" bIns="0" rtlCol="0">
            <a:noAutofit/>
          </a:bodyPr>
          <a:lstStyle>
            <a:lvl1pPr marL="0" indent="0" algn="l" defTabSz="457200" rtl="0" eaLnBrk="1" latinLnBrk="0" hangingPunct="1">
              <a:lnSpc>
                <a:spcPct val="95000"/>
              </a:lnSpc>
              <a:spcBef>
                <a:spcPts val="1200"/>
              </a:spcBef>
              <a:buFont typeface="Arial"/>
              <a:buNone/>
              <a:defRPr lang="en-US" sz="2000" b="1" kern="1200" smtClean="0">
                <a:solidFill>
                  <a:schemeClr val="tx1"/>
                </a:solidFill>
                <a:latin typeface="+mn-lt"/>
                <a:ea typeface="+mn-ea"/>
                <a:cs typeface="+mn-cs"/>
              </a:defRPr>
            </a:lvl1pPr>
            <a:lvl2pPr marL="233363" indent="-233363" algn="l" defTabSz="457200" rtl="0" eaLnBrk="1" latinLnBrk="0" hangingPunct="1">
              <a:lnSpc>
                <a:spcPct val="95000"/>
              </a:lnSpc>
              <a:spcBef>
                <a:spcPts val="1200"/>
              </a:spcBef>
              <a:buFont typeface="Arial" pitchFamily="34" charset="0"/>
              <a:buChar char="•"/>
              <a:defRPr lang="en-US" sz="2000" b="1" kern="1200" smtClean="0">
                <a:solidFill>
                  <a:schemeClr val="tx1"/>
                </a:solidFill>
                <a:latin typeface="+mn-lt"/>
                <a:ea typeface="+mn-ea"/>
                <a:cs typeface="+mn-cs"/>
              </a:defRPr>
            </a:lvl2pPr>
            <a:lvl3pPr marL="630238" indent="-173038" algn="l" defTabSz="457200" rtl="0" eaLnBrk="1" latinLnBrk="0" hangingPunct="1">
              <a:lnSpc>
                <a:spcPct val="95000"/>
              </a:lnSpc>
              <a:spcBef>
                <a:spcPts val="300"/>
              </a:spcBef>
              <a:buFont typeface="Arial"/>
              <a:buChar char="•"/>
              <a:defRPr lang="en-US" sz="1600" b="0" kern="1200" smtClean="0">
                <a:solidFill>
                  <a:schemeClr val="tx1"/>
                </a:solidFill>
                <a:latin typeface="Times New Roman" pitchFamily="18" charset="0"/>
                <a:ea typeface="+mn-ea"/>
                <a:cs typeface="Times New Roman" pitchFamily="18" charset="0"/>
              </a:defRPr>
            </a:lvl3pPr>
            <a:lvl4pPr marL="1025525" indent="-171450" algn="l" defTabSz="457200" rtl="0" eaLnBrk="1" latinLnBrk="0" hangingPunct="1">
              <a:lnSpc>
                <a:spcPct val="95000"/>
              </a:lnSpc>
              <a:spcBef>
                <a:spcPts val="300"/>
              </a:spcBef>
              <a:buFont typeface="Arial" pitchFamily="34" charset="0"/>
              <a:buChar char="•"/>
              <a:defRPr lang="en-US" sz="1400" b="0" kern="1200" smtClean="0">
                <a:solidFill>
                  <a:schemeClr val="tx1"/>
                </a:solidFill>
                <a:latin typeface="Times New Roman" pitchFamily="18" charset="0"/>
                <a:ea typeface="+mn-ea"/>
                <a:cs typeface="Times New Roman" pitchFamily="18" charset="0"/>
              </a:defRPr>
            </a:lvl4pPr>
            <a:lvl5pPr marL="1311275" indent="-163513" algn="l" defTabSz="457200" rtl="0" eaLnBrk="1" latinLnBrk="0" hangingPunct="1">
              <a:lnSpc>
                <a:spcPct val="95000"/>
              </a:lnSpc>
              <a:spcBef>
                <a:spcPts val="300"/>
              </a:spcBef>
              <a:buFont typeface="Arial" pitchFamily="34" charset="0"/>
              <a:buChar char="•"/>
              <a:defRPr lang="en-US" sz="1200" b="0" kern="1200">
                <a:solidFill>
                  <a:schemeClr val="tx1"/>
                </a:solidFill>
                <a:latin typeface="Times New Roman" pitchFamily="18" charset="0"/>
                <a:ea typeface="+mn-ea"/>
                <a:cs typeface="Times New Roman" pitchFamily="18"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74320" indent="-274320">
              <a:buFont typeface="+mj-lt"/>
              <a:buAutoNum type="arabicParenR"/>
            </a:pPr>
            <a:r>
              <a:rPr lang="en-US" sz="1400" b="0" err="1">
                <a:latin typeface="Arial" pitchFamily="34" charset="0"/>
                <a:cs typeface="Arial" pitchFamily="34" charset="0"/>
              </a:rPr>
              <a:t>xxxxxxx</a:t>
            </a:r>
            <a:r>
              <a:rPr lang="en-US" sz="1400">
                <a:latin typeface="Arial" pitchFamily="34" charset="0"/>
                <a:cs typeface="Arial" pitchFamily="34" charset="0"/>
              </a:rPr>
              <a:t>  </a:t>
            </a:r>
          </a:p>
          <a:p>
            <a:pPr marL="274320" indent="-274320">
              <a:buFont typeface="+mj-lt"/>
              <a:buAutoNum type="arabicParenR"/>
            </a:pPr>
            <a:r>
              <a:rPr lang="en-US" sz="1400" b="0" err="1">
                <a:latin typeface="Arial" pitchFamily="34" charset="0"/>
                <a:cs typeface="Arial" pitchFamily="34" charset="0"/>
              </a:rPr>
              <a:t>xxxxxxx</a:t>
            </a:r>
            <a:endParaRPr lang="en-US" sz="1400">
              <a:latin typeface="Arial" pitchFamily="34" charset="0"/>
              <a:cs typeface="Arial" pitchFamily="34" charset="0"/>
            </a:endParaRPr>
          </a:p>
          <a:p>
            <a:endParaRPr lang="en-US" sz="1600"/>
          </a:p>
          <a:p>
            <a:endParaRPr lang="en-US" sz="1600"/>
          </a:p>
          <a:p>
            <a:pPr marL="342900" indent="-342900">
              <a:buFont typeface="Arial" pitchFamily="34" charset="0"/>
              <a:buChar char="•"/>
            </a:pPr>
            <a:endParaRPr lang="en-US"/>
          </a:p>
        </p:txBody>
      </p:sp>
    </p:spTree>
    <p:extLst>
      <p:ext uri="{BB962C8B-B14F-4D97-AF65-F5344CB8AC3E}">
        <p14:creationId xmlns:p14="http://schemas.microsoft.com/office/powerpoint/2010/main" val="1430722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6"/>
          </p:nvPr>
        </p:nvSpPr>
        <p:spPr/>
        <p:txBody>
          <a:bodyPr/>
          <a:lstStyle/>
          <a:p>
            <a:fld id="{D8C7B916-C5B8-B44E-8A57-C4F989E2FE98}" type="slidenum">
              <a:rPr lang="en-US" smtClean="0"/>
              <a:t>8</a:t>
            </a:fld>
            <a:endParaRPr lang="en-US"/>
          </a:p>
        </p:txBody>
      </p:sp>
      <p:sp>
        <p:nvSpPr>
          <p:cNvPr id="11" name="Title 10"/>
          <p:cNvSpPr>
            <a:spLocks noGrp="1"/>
          </p:cNvSpPr>
          <p:nvPr>
            <p:ph type="title"/>
          </p:nvPr>
        </p:nvSpPr>
        <p:spPr>
          <a:xfrm>
            <a:off x="227013" y="250763"/>
            <a:ext cx="8688387" cy="328754"/>
          </a:xfrm>
        </p:spPr>
        <p:txBody>
          <a:bodyPr/>
          <a:lstStyle/>
          <a:p>
            <a:r>
              <a:rPr lang="en-US" sz="1800"/>
              <a:t>5. Key Model Assumptions:</a:t>
            </a:r>
            <a:r>
              <a:rPr lang="en-US" sz="1800">
                <a:solidFill>
                  <a:srgbClr val="FF0000"/>
                </a:solidFill>
              </a:rPr>
              <a:t> Use this slide to clarify where the Assumptions come from (concept) and where the values are assigned.  Delete empty rows.</a:t>
            </a:r>
            <a:endParaRPr lang="en-US" sz="1800"/>
          </a:p>
        </p:txBody>
      </p:sp>
      <p:graphicFrame>
        <p:nvGraphicFramePr>
          <p:cNvPr id="2" name="Table 1"/>
          <p:cNvGraphicFramePr>
            <a:graphicFrameLocks noGrp="1"/>
          </p:cNvGraphicFramePr>
          <p:nvPr>
            <p:extLst>
              <p:ext uri="{D42A27DB-BD31-4B8C-83A1-F6EECF244321}">
                <p14:modId xmlns:p14="http://schemas.microsoft.com/office/powerpoint/2010/main" val="2006929173"/>
              </p:ext>
            </p:extLst>
          </p:nvPr>
        </p:nvGraphicFramePr>
        <p:xfrm>
          <a:off x="304799" y="1113103"/>
          <a:ext cx="7082860" cy="4606298"/>
        </p:xfrm>
        <a:graphic>
          <a:graphicData uri="http://schemas.openxmlformats.org/drawingml/2006/table">
            <a:tbl>
              <a:tblPr firstRow="1" bandRow="1">
                <a:tableStyleId>{5940675A-B579-460E-94D1-54222C63F5DA}</a:tableStyleId>
              </a:tblPr>
              <a:tblGrid>
                <a:gridCol w="2596216">
                  <a:extLst>
                    <a:ext uri="{9D8B030D-6E8A-4147-A177-3AD203B41FA5}">
                      <a16:colId xmlns:a16="http://schemas.microsoft.com/office/drawing/2014/main" val="647562201"/>
                    </a:ext>
                  </a:extLst>
                </a:gridCol>
                <a:gridCol w="788342">
                  <a:extLst>
                    <a:ext uri="{9D8B030D-6E8A-4147-A177-3AD203B41FA5}">
                      <a16:colId xmlns:a16="http://schemas.microsoft.com/office/drawing/2014/main" val="4080167663"/>
                    </a:ext>
                  </a:extLst>
                </a:gridCol>
                <a:gridCol w="664064">
                  <a:extLst>
                    <a:ext uri="{9D8B030D-6E8A-4147-A177-3AD203B41FA5}">
                      <a16:colId xmlns:a16="http://schemas.microsoft.com/office/drawing/2014/main" val="1290382712"/>
                    </a:ext>
                  </a:extLst>
                </a:gridCol>
                <a:gridCol w="926636">
                  <a:extLst>
                    <a:ext uri="{9D8B030D-6E8A-4147-A177-3AD203B41FA5}">
                      <a16:colId xmlns:a16="http://schemas.microsoft.com/office/drawing/2014/main" val="1113580134"/>
                    </a:ext>
                  </a:extLst>
                </a:gridCol>
                <a:gridCol w="653338">
                  <a:extLst>
                    <a:ext uri="{9D8B030D-6E8A-4147-A177-3AD203B41FA5}">
                      <a16:colId xmlns:a16="http://schemas.microsoft.com/office/drawing/2014/main" val="277894539"/>
                    </a:ext>
                  </a:extLst>
                </a:gridCol>
                <a:gridCol w="791419">
                  <a:extLst>
                    <a:ext uri="{9D8B030D-6E8A-4147-A177-3AD203B41FA5}">
                      <a16:colId xmlns:a16="http://schemas.microsoft.com/office/drawing/2014/main" val="3103927113"/>
                    </a:ext>
                  </a:extLst>
                </a:gridCol>
                <a:gridCol w="662845">
                  <a:extLst>
                    <a:ext uri="{9D8B030D-6E8A-4147-A177-3AD203B41FA5}">
                      <a16:colId xmlns:a16="http://schemas.microsoft.com/office/drawing/2014/main" val="2927202193"/>
                    </a:ext>
                  </a:extLst>
                </a:gridCol>
              </a:tblGrid>
              <a:tr h="763570">
                <a:tc rowSpan="2">
                  <a:txBody>
                    <a:bodyPr/>
                    <a:lstStyle/>
                    <a:p>
                      <a:pPr algn="ctr"/>
                      <a:r>
                        <a:rPr lang="en-US" sz="1400"/>
                        <a:t>Description of Assumption</a:t>
                      </a:r>
                    </a:p>
                  </a:txBody>
                  <a:tcPr anchor="b">
                    <a:solidFill>
                      <a:schemeClr val="accent6">
                        <a:lumMod val="40000"/>
                        <a:lumOff val="60000"/>
                      </a:schemeClr>
                    </a:solidFill>
                  </a:tcPr>
                </a:tc>
                <a:tc gridSpan="2">
                  <a:txBody>
                    <a:bodyPr/>
                    <a:lstStyle/>
                    <a:p>
                      <a:pPr algn="ctr"/>
                      <a:r>
                        <a:rPr lang="en-US" sz="1400"/>
                        <a:t>Criteria</a:t>
                      </a:r>
                    </a:p>
                  </a:txBody>
                  <a:tcPr anchor="b">
                    <a:solidFill>
                      <a:schemeClr val="accent6">
                        <a:lumMod val="40000"/>
                        <a:lumOff val="60000"/>
                      </a:schemeClr>
                    </a:solidFill>
                  </a:tcPr>
                </a:tc>
                <a:tc hMerge="1">
                  <a:txBody>
                    <a:bodyPr/>
                    <a:lstStyle/>
                    <a:p>
                      <a:pPr algn="ctr"/>
                      <a:endParaRPr lang="en-US" sz="1400"/>
                    </a:p>
                  </a:txBody>
                  <a:tcPr/>
                </a:tc>
                <a:tc gridSpan="2">
                  <a:txBody>
                    <a:bodyPr/>
                    <a:lstStyle/>
                    <a:p>
                      <a:pPr algn="ctr"/>
                      <a:r>
                        <a:rPr lang="en-US" sz="1400"/>
                        <a:t>Ratings</a:t>
                      </a:r>
                      <a:r>
                        <a:rPr lang="en-US" sz="1400" baseline="0"/>
                        <a:t> </a:t>
                      </a:r>
                      <a:r>
                        <a:rPr lang="en-US" sz="1400"/>
                        <a:t>Committee</a:t>
                      </a:r>
                    </a:p>
                    <a:p>
                      <a:pPr algn="ctr"/>
                      <a:r>
                        <a:rPr lang="en-US" sz="1400"/>
                        <a:t>or</a:t>
                      </a:r>
                      <a:r>
                        <a:rPr lang="en-US" sz="1400" baseline="0"/>
                        <a:t> </a:t>
                      </a:r>
                      <a:r>
                        <a:rPr lang="en-US" sz="1400"/>
                        <a:t>Analyst</a:t>
                      </a:r>
                    </a:p>
                  </a:txBody>
                  <a:tcPr anchor="b">
                    <a:solidFill>
                      <a:schemeClr val="accent6">
                        <a:lumMod val="40000"/>
                        <a:lumOff val="60000"/>
                      </a:schemeClr>
                    </a:solidFill>
                  </a:tcPr>
                </a:tc>
                <a:tc hMerge="1">
                  <a:txBody>
                    <a:bodyPr/>
                    <a:lstStyle/>
                    <a:p>
                      <a:pPr algn="ctr"/>
                      <a:endParaRPr lang="en-US" sz="1400"/>
                    </a:p>
                  </a:txBody>
                  <a:tcPr/>
                </a:tc>
                <a:tc gridSpan="2">
                  <a:txBody>
                    <a:bodyPr/>
                    <a:lstStyle/>
                    <a:p>
                      <a:pPr algn="ctr"/>
                      <a:r>
                        <a:rPr lang="en-US" sz="1400"/>
                        <a:t>Model Development</a:t>
                      </a:r>
                    </a:p>
                  </a:txBody>
                  <a:tcPr anchor="b">
                    <a:solidFill>
                      <a:schemeClr val="accent6">
                        <a:lumMod val="40000"/>
                        <a:lumOff val="60000"/>
                      </a:schemeClr>
                    </a:solidFill>
                  </a:tcPr>
                </a:tc>
                <a:tc hMerge="1">
                  <a:txBody>
                    <a:bodyPr/>
                    <a:lstStyle/>
                    <a:p>
                      <a:pPr algn="ctr"/>
                      <a:endParaRPr lang="en-US" sz="1400"/>
                    </a:p>
                  </a:txBody>
                  <a:tcPr/>
                </a:tc>
                <a:extLst>
                  <a:ext uri="{0D108BD9-81ED-4DB2-BD59-A6C34878D82A}">
                    <a16:rowId xmlns:a16="http://schemas.microsoft.com/office/drawing/2014/main" val="29784611"/>
                  </a:ext>
                </a:extLst>
              </a:tr>
              <a:tr h="480341">
                <a:tc vMerge="1">
                  <a:txBody>
                    <a:bodyPr/>
                    <a:lstStyle/>
                    <a:p>
                      <a:endParaRPr lang="en-US" sz="1400"/>
                    </a:p>
                  </a:txBody>
                  <a:tcPr/>
                </a:tc>
                <a:tc>
                  <a:txBody>
                    <a:bodyPr/>
                    <a:lstStyle/>
                    <a:p>
                      <a:pPr algn="ctr"/>
                      <a:r>
                        <a:rPr lang="en-US" sz="1400"/>
                        <a:t>Concept</a:t>
                      </a:r>
                    </a:p>
                  </a:txBody>
                  <a:tcPr anchor="b">
                    <a:solidFill>
                      <a:schemeClr val="accent6">
                        <a:lumMod val="40000"/>
                        <a:lumOff val="60000"/>
                      </a:schemeClr>
                    </a:solidFill>
                  </a:tcPr>
                </a:tc>
                <a:tc>
                  <a:txBody>
                    <a:bodyPr/>
                    <a:lstStyle/>
                    <a:p>
                      <a:pPr algn="ctr"/>
                      <a:r>
                        <a:rPr lang="en-US" sz="1400"/>
                        <a:t>Value</a:t>
                      </a:r>
                    </a:p>
                  </a:txBody>
                  <a:tcPr anchor="b">
                    <a:solidFill>
                      <a:schemeClr val="accent6">
                        <a:lumMod val="40000"/>
                        <a:lumOff val="60000"/>
                      </a:schemeClr>
                    </a:solidFill>
                  </a:tcPr>
                </a:tc>
                <a:tc>
                  <a:txBody>
                    <a:bodyPr/>
                    <a:lstStyle/>
                    <a:p>
                      <a:pPr algn="ctr"/>
                      <a:r>
                        <a:rPr lang="en-US" sz="1400"/>
                        <a:t>Concept</a:t>
                      </a:r>
                    </a:p>
                  </a:txBody>
                  <a:tcPr anchor="b">
                    <a:solidFill>
                      <a:schemeClr val="accent6">
                        <a:lumMod val="40000"/>
                        <a:lumOff val="60000"/>
                      </a:schemeClr>
                    </a:solidFill>
                  </a:tcPr>
                </a:tc>
                <a:tc>
                  <a:txBody>
                    <a:bodyPr/>
                    <a:lstStyle/>
                    <a:p>
                      <a:pPr algn="ctr"/>
                      <a:r>
                        <a:rPr lang="en-US" sz="1400"/>
                        <a:t>Value</a:t>
                      </a:r>
                    </a:p>
                  </a:txBody>
                  <a:tcPr anchor="b">
                    <a:solidFill>
                      <a:schemeClr val="accent6">
                        <a:lumMod val="40000"/>
                        <a:lumOff val="60000"/>
                      </a:schemeClr>
                    </a:solidFill>
                  </a:tcPr>
                </a:tc>
                <a:tc>
                  <a:txBody>
                    <a:bodyPr/>
                    <a:lstStyle/>
                    <a:p>
                      <a:pPr algn="ctr"/>
                      <a:r>
                        <a:rPr lang="en-US" sz="1400"/>
                        <a:t>Concept</a:t>
                      </a:r>
                    </a:p>
                  </a:txBody>
                  <a:tcPr anchor="b">
                    <a:solidFill>
                      <a:schemeClr val="accent6">
                        <a:lumMod val="40000"/>
                        <a:lumOff val="60000"/>
                      </a:schemeClr>
                    </a:solidFill>
                  </a:tcPr>
                </a:tc>
                <a:tc>
                  <a:txBody>
                    <a:bodyPr/>
                    <a:lstStyle/>
                    <a:p>
                      <a:pPr algn="ctr"/>
                      <a:r>
                        <a:rPr lang="en-US" sz="1400"/>
                        <a:t>Value</a:t>
                      </a:r>
                    </a:p>
                  </a:txBody>
                  <a:tcPr anchor="b">
                    <a:solidFill>
                      <a:schemeClr val="accent6">
                        <a:lumMod val="40000"/>
                        <a:lumOff val="60000"/>
                      </a:schemeClr>
                    </a:solidFill>
                  </a:tcPr>
                </a:tc>
                <a:extLst>
                  <a:ext uri="{0D108BD9-81ED-4DB2-BD59-A6C34878D82A}">
                    <a16:rowId xmlns:a16="http://schemas.microsoft.com/office/drawing/2014/main" val="3041844294"/>
                  </a:ext>
                </a:extLst>
              </a:tr>
              <a:tr h="480341">
                <a:tc>
                  <a:txBody>
                    <a:bodyPr/>
                    <a:lstStyle/>
                    <a:p>
                      <a:r>
                        <a:rPr lang="en-US" sz="1400"/>
                        <a:t>Description</a:t>
                      </a:r>
                      <a:r>
                        <a:rPr lang="en-US" sz="1400" baseline="0"/>
                        <a:t> of assumption 1.</a:t>
                      </a:r>
                      <a:endParaRPr lang="en-US" sz="1400"/>
                    </a:p>
                  </a:txBody>
                  <a:tcPr anchor="ctr"/>
                </a:tc>
                <a:tc>
                  <a:txBody>
                    <a:bodyPr/>
                    <a:lstStyle/>
                    <a:p>
                      <a:pPr algn="ctr"/>
                      <a:r>
                        <a:rPr lang="en-US" sz="1400"/>
                        <a:t>X</a:t>
                      </a:r>
                    </a:p>
                  </a:txBody>
                  <a:tcPr anchor="ctr"/>
                </a:tc>
                <a:tc>
                  <a:txBody>
                    <a:bodyPr/>
                    <a:lstStyle/>
                    <a:p>
                      <a:pPr algn="ctr"/>
                      <a:endParaRPr lang="en-US" sz="1400"/>
                    </a:p>
                  </a:txBody>
                  <a:tcPr anchor="ctr"/>
                </a:tc>
                <a:tc>
                  <a:txBody>
                    <a:bodyPr/>
                    <a:lstStyle/>
                    <a:p>
                      <a:pPr algn="ctr"/>
                      <a:endParaRPr lang="en-US" sz="1400"/>
                    </a:p>
                  </a:txBody>
                  <a:tcPr anchor="ctr"/>
                </a:tc>
                <a:tc>
                  <a:txBody>
                    <a:bodyPr/>
                    <a:lstStyle/>
                    <a:p>
                      <a:pPr algn="ctr"/>
                      <a:endParaRPr lang="en-US" sz="1400"/>
                    </a:p>
                  </a:txBody>
                  <a:tcPr anchor="ctr"/>
                </a:tc>
                <a:tc>
                  <a:txBody>
                    <a:bodyPr/>
                    <a:lstStyle/>
                    <a:p>
                      <a:pPr algn="ctr"/>
                      <a:endParaRPr lang="en-US" sz="1400"/>
                    </a:p>
                  </a:txBody>
                  <a:tcPr anchor="ctr"/>
                </a:tc>
                <a:tc>
                  <a:txBody>
                    <a:bodyPr/>
                    <a:lstStyle/>
                    <a:p>
                      <a:pPr algn="ctr"/>
                      <a:endParaRPr lang="en-US" sz="1400"/>
                    </a:p>
                  </a:txBody>
                  <a:tcPr anchor="ctr"/>
                </a:tc>
                <a:extLst>
                  <a:ext uri="{0D108BD9-81ED-4DB2-BD59-A6C34878D82A}">
                    <a16:rowId xmlns:a16="http://schemas.microsoft.com/office/drawing/2014/main" val="3876683084"/>
                  </a:ext>
                </a:extLst>
              </a:tr>
              <a:tr h="480341">
                <a:tc>
                  <a:txBody>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en-US" sz="1400" b="0" i="0" u="none" strike="noStrike" kern="1200" cap="none" spc="0" normalizeH="0" baseline="0" noProof="0">
                          <a:ln>
                            <a:noFill/>
                          </a:ln>
                          <a:solidFill>
                            <a:prstClr val="black"/>
                          </a:solidFill>
                          <a:effectLst/>
                          <a:uLnTx/>
                          <a:uFillTx/>
                          <a:latin typeface="Calibri"/>
                          <a:ea typeface="+mn-ea"/>
                          <a:cs typeface="+mn-cs"/>
                        </a:rPr>
                        <a:t>Description of assumption 2.</a:t>
                      </a:r>
                    </a:p>
                  </a:txBody>
                  <a:tcPr anchor="ctr"/>
                </a:tc>
                <a:tc>
                  <a:txBody>
                    <a:bodyPr/>
                    <a:lstStyle/>
                    <a:p>
                      <a:pPr algn="ctr"/>
                      <a:endParaRPr lang="en-US" sz="1400"/>
                    </a:p>
                  </a:txBody>
                  <a:tcPr anchor="ctr"/>
                </a:tc>
                <a:tc>
                  <a:txBody>
                    <a:bodyPr/>
                    <a:lstStyle/>
                    <a:p>
                      <a:pPr algn="ctr"/>
                      <a:endParaRPr lang="en-US" sz="1400"/>
                    </a:p>
                  </a:txBody>
                  <a:tcPr anchor="ctr"/>
                </a:tc>
                <a:tc>
                  <a:txBody>
                    <a:bodyPr/>
                    <a:lstStyle/>
                    <a:p>
                      <a:pPr algn="ctr"/>
                      <a:endParaRPr lang="en-US" sz="1400"/>
                    </a:p>
                  </a:txBody>
                  <a:tcPr anchor="ctr"/>
                </a:tc>
                <a:tc>
                  <a:txBody>
                    <a:bodyPr/>
                    <a:lstStyle/>
                    <a:p>
                      <a:pPr algn="ctr"/>
                      <a:r>
                        <a:rPr lang="en-US" sz="1400"/>
                        <a:t>X</a:t>
                      </a:r>
                    </a:p>
                  </a:txBody>
                  <a:tcPr anchor="ctr"/>
                </a:tc>
                <a:tc>
                  <a:txBody>
                    <a:bodyPr/>
                    <a:lstStyle/>
                    <a:p>
                      <a:pPr algn="ctr"/>
                      <a:endParaRPr lang="en-US" sz="1400"/>
                    </a:p>
                  </a:txBody>
                  <a:tcPr anchor="ctr"/>
                </a:tc>
                <a:tc>
                  <a:txBody>
                    <a:bodyPr/>
                    <a:lstStyle/>
                    <a:p>
                      <a:pPr algn="ctr"/>
                      <a:endParaRPr lang="en-US" sz="1400"/>
                    </a:p>
                  </a:txBody>
                  <a:tcPr anchor="ctr"/>
                </a:tc>
                <a:extLst>
                  <a:ext uri="{0D108BD9-81ED-4DB2-BD59-A6C34878D82A}">
                    <a16:rowId xmlns:a16="http://schemas.microsoft.com/office/drawing/2014/main" val="4027699984"/>
                  </a:ext>
                </a:extLst>
              </a:tr>
              <a:tr h="480341">
                <a:tc>
                  <a:txBody>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en-US" sz="1400" b="0" i="0" u="none" strike="noStrike" kern="1200" cap="none" spc="0" normalizeH="0" baseline="0" noProof="0">
                          <a:ln>
                            <a:noFill/>
                          </a:ln>
                          <a:solidFill>
                            <a:prstClr val="black"/>
                          </a:solidFill>
                          <a:effectLst/>
                          <a:uLnTx/>
                          <a:uFillTx/>
                          <a:latin typeface="Calibri"/>
                          <a:ea typeface="+mn-ea"/>
                          <a:cs typeface="+mn-cs"/>
                        </a:rPr>
                        <a:t>Description of assumption 3.</a:t>
                      </a:r>
                    </a:p>
                  </a:txBody>
                  <a:tcPr anchor="ctr"/>
                </a:tc>
                <a:tc>
                  <a:txBody>
                    <a:bodyPr/>
                    <a:lstStyle/>
                    <a:p>
                      <a:pPr algn="ctr"/>
                      <a:r>
                        <a:rPr lang="en-US" sz="1400"/>
                        <a:t>X</a:t>
                      </a:r>
                    </a:p>
                  </a:txBody>
                  <a:tcPr anchor="ctr"/>
                </a:tc>
                <a:tc>
                  <a:txBody>
                    <a:bodyPr/>
                    <a:lstStyle/>
                    <a:p>
                      <a:pPr algn="ctr"/>
                      <a:endParaRPr lang="en-US" sz="1400"/>
                    </a:p>
                  </a:txBody>
                  <a:tcPr anchor="ctr"/>
                </a:tc>
                <a:tc>
                  <a:txBody>
                    <a:bodyPr/>
                    <a:lstStyle/>
                    <a:p>
                      <a:pPr algn="ctr"/>
                      <a:endParaRPr lang="en-US" sz="1400"/>
                    </a:p>
                  </a:txBody>
                  <a:tcPr anchor="ctr"/>
                </a:tc>
                <a:tc>
                  <a:txBody>
                    <a:bodyPr/>
                    <a:lstStyle/>
                    <a:p>
                      <a:pPr algn="ctr"/>
                      <a:endParaRPr lang="en-US" sz="1400"/>
                    </a:p>
                  </a:txBody>
                  <a:tcPr anchor="ctr"/>
                </a:tc>
                <a:tc>
                  <a:txBody>
                    <a:bodyPr/>
                    <a:lstStyle/>
                    <a:p>
                      <a:pPr algn="ctr"/>
                      <a:endParaRPr lang="en-US" sz="1400"/>
                    </a:p>
                  </a:txBody>
                  <a:tcPr anchor="ctr"/>
                </a:tc>
                <a:tc>
                  <a:txBody>
                    <a:bodyPr/>
                    <a:lstStyle/>
                    <a:p>
                      <a:pPr algn="ctr"/>
                      <a:endParaRPr lang="en-US" sz="1400"/>
                    </a:p>
                  </a:txBody>
                  <a:tcPr anchor="ctr"/>
                </a:tc>
                <a:extLst>
                  <a:ext uri="{0D108BD9-81ED-4DB2-BD59-A6C34878D82A}">
                    <a16:rowId xmlns:a16="http://schemas.microsoft.com/office/drawing/2014/main" val="2033317618"/>
                  </a:ext>
                </a:extLst>
              </a:tr>
              <a:tr h="480341">
                <a:tc>
                  <a:txBody>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en-US" sz="1400" b="0" i="0" u="none" strike="noStrike" kern="1200" cap="none" spc="0" normalizeH="0" baseline="0" noProof="0">
                          <a:ln>
                            <a:noFill/>
                          </a:ln>
                          <a:solidFill>
                            <a:prstClr val="black"/>
                          </a:solidFill>
                          <a:effectLst/>
                          <a:uLnTx/>
                          <a:uFillTx/>
                          <a:latin typeface="Calibri"/>
                          <a:ea typeface="+mn-ea"/>
                          <a:cs typeface="+mn-cs"/>
                        </a:rPr>
                        <a:t>Description of assumption 4.</a:t>
                      </a:r>
                    </a:p>
                  </a:txBody>
                  <a:tcPr anchor="ctr"/>
                </a:tc>
                <a:tc>
                  <a:txBody>
                    <a:bodyPr/>
                    <a:lstStyle/>
                    <a:p>
                      <a:pPr algn="ctr"/>
                      <a:endParaRPr lang="en-US" sz="1400"/>
                    </a:p>
                  </a:txBody>
                  <a:tcPr anchor="ctr"/>
                </a:tc>
                <a:tc>
                  <a:txBody>
                    <a:bodyPr/>
                    <a:lstStyle/>
                    <a:p>
                      <a:pPr algn="ctr"/>
                      <a:endParaRPr lang="en-US" sz="1400"/>
                    </a:p>
                  </a:txBody>
                  <a:tcPr anchor="ctr"/>
                </a:tc>
                <a:tc>
                  <a:txBody>
                    <a:bodyPr/>
                    <a:lstStyle/>
                    <a:p>
                      <a:pPr algn="ctr"/>
                      <a:endParaRPr lang="en-US" sz="1400"/>
                    </a:p>
                  </a:txBody>
                  <a:tcPr anchor="ctr"/>
                </a:tc>
                <a:tc>
                  <a:txBody>
                    <a:bodyPr/>
                    <a:lstStyle/>
                    <a:p>
                      <a:pPr algn="ctr"/>
                      <a:endParaRPr lang="en-US" sz="1400"/>
                    </a:p>
                  </a:txBody>
                  <a:tcPr anchor="ctr"/>
                </a:tc>
                <a:tc>
                  <a:txBody>
                    <a:bodyPr/>
                    <a:lstStyle/>
                    <a:p>
                      <a:pPr algn="ctr"/>
                      <a:endParaRPr lang="en-US" sz="1400"/>
                    </a:p>
                  </a:txBody>
                  <a:tcPr anchor="ctr"/>
                </a:tc>
                <a:tc>
                  <a:txBody>
                    <a:bodyPr/>
                    <a:lstStyle/>
                    <a:p>
                      <a:pPr algn="ctr"/>
                      <a:endParaRPr lang="en-US" sz="1400"/>
                    </a:p>
                  </a:txBody>
                  <a:tcPr anchor="ctr"/>
                </a:tc>
                <a:extLst>
                  <a:ext uri="{0D108BD9-81ED-4DB2-BD59-A6C34878D82A}">
                    <a16:rowId xmlns:a16="http://schemas.microsoft.com/office/drawing/2014/main" val="3142798923"/>
                  </a:ext>
                </a:extLst>
              </a:tr>
              <a:tr h="480341">
                <a:tc>
                  <a:txBody>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en-US" sz="1400" b="0" i="0" u="none" strike="noStrike" kern="1200" cap="none" spc="0" normalizeH="0" baseline="0" noProof="0">
                          <a:ln>
                            <a:noFill/>
                          </a:ln>
                          <a:solidFill>
                            <a:prstClr val="black"/>
                          </a:solidFill>
                          <a:effectLst/>
                          <a:uLnTx/>
                          <a:uFillTx/>
                          <a:latin typeface="Calibri"/>
                          <a:ea typeface="+mn-ea"/>
                          <a:cs typeface="+mn-cs"/>
                        </a:rPr>
                        <a:t>Description of assumption 5.</a:t>
                      </a:r>
                    </a:p>
                  </a:txBody>
                  <a:tcPr anchor="ctr"/>
                </a:tc>
                <a:tc>
                  <a:txBody>
                    <a:bodyPr/>
                    <a:lstStyle/>
                    <a:p>
                      <a:pPr algn="ctr"/>
                      <a:endParaRPr lang="en-US" sz="1400"/>
                    </a:p>
                  </a:txBody>
                  <a:tcPr anchor="ctr"/>
                </a:tc>
                <a:tc>
                  <a:txBody>
                    <a:bodyPr/>
                    <a:lstStyle/>
                    <a:p>
                      <a:pPr algn="ctr"/>
                      <a:endParaRPr lang="en-US" sz="1400"/>
                    </a:p>
                  </a:txBody>
                  <a:tcPr anchor="ctr"/>
                </a:tc>
                <a:tc>
                  <a:txBody>
                    <a:bodyPr/>
                    <a:lstStyle/>
                    <a:p>
                      <a:pPr algn="ctr"/>
                      <a:endParaRPr lang="en-US" sz="1400"/>
                    </a:p>
                  </a:txBody>
                  <a:tcPr anchor="ctr"/>
                </a:tc>
                <a:tc>
                  <a:txBody>
                    <a:bodyPr/>
                    <a:lstStyle/>
                    <a:p>
                      <a:pPr algn="ctr"/>
                      <a:endParaRPr lang="en-US" sz="1400"/>
                    </a:p>
                  </a:txBody>
                  <a:tcPr anchor="ctr"/>
                </a:tc>
                <a:tc>
                  <a:txBody>
                    <a:bodyPr/>
                    <a:lstStyle/>
                    <a:p>
                      <a:pPr algn="ctr"/>
                      <a:endParaRPr lang="en-US" sz="1400"/>
                    </a:p>
                  </a:txBody>
                  <a:tcPr anchor="ctr"/>
                </a:tc>
                <a:tc>
                  <a:txBody>
                    <a:bodyPr/>
                    <a:lstStyle/>
                    <a:p>
                      <a:pPr algn="ctr"/>
                      <a:endParaRPr lang="en-US" sz="1400"/>
                    </a:p>
                  </a:txBody>
                  <a:tcPr anchor="ctr"/>
                </a:tc>
                <a:extLst>
                  <a:ext uri="{0D108BD9-81ED-4DB2-BD59-A6C34878D82A}">
                    <a16:rowId xmlns:a16="http://schemas.microsoft.com/office/drawing/2014/main" val="3296884464"/>
                  </a:ext>
                </a:extLst>
              </a:tr>
              <a:tr h="480341">
                <a:tc>
                  <a:txBody>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en-US" sz="1400" b="0" i="0" u="none" strike="noStrike" kern="1200" cap="none" spc="0" normalizeH="0" baseline="0" noProof="0">
                          <a:ln>
                            <a:noFill/>
                          </a:ln>
                          <a:solidFill>
                            <a:prstClr val="black"/>
                          </a:solidFill>
                          <a:effectLst/>
                          <a:uLnTx/>
                          <a:uFillTx/>
                          <a:latin typeface="Calibri"/>
                          <a:ea typeface="+mn-ea"/>
                          <a:cs typeface="+mn-cs"/>
                        </a:rPr>
                        <a:t>Description of assumption 6.</a:t>
                      </a:r>
                    </a:p>
                  </a:txBody>
                  <a:tcPr anchor="ctr"/>
                </a:tc>
                <a:tc>
                  <a:txBody>
                    <a:bodyPr/>
                    <a:lstStyle/>
                    <a:p>
                      <a:pPr algn="ctr"/>
                      <a:endParaRPr lang="en-US" sz="1400"/>
                    </a:p>
                  </a:txBody>
                  <a:tcPr anchor="ctr"/>
                </a:tc>
                <a:tc>
                  <a:txBody>
                    <a:bodyPr/>
                    <a:lstStyle/>
                    <a:p>
                      <a:pPr algn="ctr"/>
                      <a:endParaRPr lang="en-US" sz="1400"/>
                    </a:p>
                  </a:txBody>
                  <a:tcPr anchor="ctr"/>
                </a:tc>
                <a:tc>
                  <a:txBody>
                    <a:bodyPr/>
                    <a:lstStyle/>
                    <a:p>
                      <a:pPr algn="ctr"/>
                      <a:endParaRPr lang="en-US" sz="1400"/>
                    </a:p>
                  </a:txBody>
                  <a:tcPr anchor="ctr"/>
                </a:tc>
                <a:tc>
                  <a:txBody>
                    <a:bodyPr/>
                    <a:lstStyle/>
                    <a:p>
                      <a:pPr algn="ctr"/>
                      <a:endParaRPr lang="en-US" sz="1400"/>
                    </a:p>
                  </a:txBody>
                  <a:tcPr anchor="ctr"/>
                </a:tc>
                <a:tc>
                  <a:txBody>
                    <a:bodyPr/>
                    <a:lstStyle/>
                    <a:p>
                      <a:pPr algn="ctr"/>
                      <a:endParaRPr lang="en-US" sz="1400"/>
                    </a:p>
                  </a:txBody>
                  <a:tcPr anchor="ctr"/>
                </a:tc>
                <a:tc>
                  <a:txBody>
                    <a:bodyPr/>
                    <a:lstStyle/>
                    <a:p>
                      <a:pPr algn="ctr"/>
                      <a:endParaRPr lang="en-US" sz="1400"/>
                    </a:p>
                  </a:txBody>
                  <a:tcPr anchor="ctr"/>
                </a:tc>
                <a:extLst>
                  <a:ext uri="{0D108BD9-81ED-4DB2-BD59-A6C34878D82A}">
                    <a16:rowId xmlns:a16="http://schemas.microsoft.com/office/drawing/2014/main" val="3609757999"/>
                  </a:ext>
                </a:extLst>
              </a:tr>
              <a:tr h="480341">
                <a:tc>
                  <a:txBody>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en-US" sz="1400" b="0" i="0" u="none" strike="noStrike" kern="1200" cap="none" spc="0" normalizeH="0" baseline="0" noProof="0">
                          <a:ln>
                            <a:noFill/>
                          </a:ln>
                          <a:solidFill>
                            <a:prstClr val="black"/>
                          </a:solidFill>
                          <a:effectLst/>
                          <a:uLnTx/>
                          <a:uFillTx/>
                          <a:latin typeface="Calibri"/>
                          <a:ea typeface="+mn-ea"/>
                          <a:cs typeface="+mn-cs"/>
                        </a:rPr>
                        <a:t>Description of assumption 7.</a:t>
                      </a:r>
                    </a:p>
                  </a:txBody>
                  <a:tcPr anchor="ctr"/>
                </a:tc>
                <a:tc>
                  <a:txBody>
                    <a:bodyPr/>
                    <a:lstStyle/>
                    <a:p>
                      <a:pPr algn="ctr"/>
                      <a:endParaRPr lang="en-US" sz="1400"/>
                    </a:p>
                  </a:txBody>
                  <a:tcPr anchor="ctr"/>
                </a:tc>
                <a:tc>
                  <a:txBody>
                    <a:bodyPr/>
                    <a:lstStyle/>
                    <a:p>
                      <a:pPr algn="ctr"/>
                      <a:endParaRPr lang="en-US" sz="1400"/>
                    </a:p>
                  </a:txBody>
                  <a:tcPr anchor="ctr"/>
                </a:tc>
                <a:tc>
                  <a:txBody>
                    <a:bodyPr/>
                    <a:lstStyle/>
                    <a:p>
                      <a:pPr algn="ctr"/>
                      <a:endParaRPr lang="en-US" sz="1400"/>
                    </a:p>
                  </a:txBody>
                  <a:tcPr anchor="ctr"/>
                </a:tc>
                <a:tc>
                  <a:txBody>
                    <a:bodyPr/>
                    <a:lstStyle/>
                    <a:p>
                      <a:pPr algn="ctr"/>
                      <a:endParaRPr lang="en-US" sz="1400"/>
                    </a:p>
                  </a:txBody>
                  <a:tcPr anchor="ctr"/>
                </a:tc>
                <a:tc>
                  <a:txBody>
                    <a:bodyPr/>
                    <a:lstStyle/>
                    <a:p>
                      <a:pPr algn="ctr"/>
                      <a:endParaRPr lang="en-US" sz="1400"/>
                    </a:p>
                  </a:txBody>
                  <a:tcPr anchor="ctr"/>
                </a:tc>
                <a:tc>
                  <a:txBody>
                    <a:bodyPr/>
                    <a:lstStyle/>
                    <a:p>
                      <a:pPr algn="ctr"/>
                      <a:endParaRPr lang="en-US" sz="1400"/>
                    </a:p>
                  </a:txBody>
                  <a:tcPr anchor="ctr"/>
                </a:tc>
                <a:extLst>
                  <a:ext uri="{0D108BD9-81ED-4DB2-BD59-A6C34878D82A}">
                    <a16:rowId xmlns:a16="http://schemas.microsoft.com/office/drawing/2014/main" val="2883889001"/>
                  </a:ext>
                </a:extLst>
              </a:tr>
            </a:tbl>
          </a:graphicData>
        </a:graphic>
      </p:graphicFrame>
    </p:spTree>
    <p:extLst>
      <p:ext uri="{BB962C8B-B14F-4D97-AF65-F5344CB8AC3E}">
        <p14:creationId xmlns:p14="http://schemas.microsoft.com/office/powerpoint/2010/main" val="1392297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6"/>
          </p:nvPr>
        </p:nvSpPr>
        <p:spPr/>
        <p:txBody>
          <a:bodyPr/>
          <a:lstStyle/>
          <a:p>
            <a:fld id="{D8C7B916-C5B8-B44E-8A57-C4F989E2FE98}" type="slidenum">
              <a:rPr lang="en-US" smtClean="0"/>
              <a:t>9</a:t>
            </a:fld>
            <a:endParaRPr lang="en-US"/>
          </a:p>
        </p:txBody>
      </p:sp>
      <p:sp>
        <p:nvSpPr>
          <p:cNvPr id="11" name="Title 10"/>
          <p:cNvSpPr>
            <a:spLocks noGrp="1"/>
          </p:cNvSpPr>
          <p:nvPr>
            <p:ph type="title"/>
          </p:nvPr>
        </p:nvSpPr>
        <p:spPr>
          <a:xfrm>
            <a:off x="227013" y="250763"/>
            <a:ext cx="8688387" cy="328754"/>
          </a:xfrm>
        </p:spPr>
        <p:txBody>
          <a:bodyPr/>
          <a:lstStyle/>
          <a:p>
            <a:r>
              <a:rPr lang="en-US" sz="1800"/>
              <a:t>5. Key Model Assumptions (continued)</a:t>
            </a:r>
          </a:p>
        </p:txBody>
      </p:sp>
      <p:graphicFrame>
        <p:nvGraphicFramePr>
          <p:cNvPr id="2" name="Table 1"/>
          <p:cNvGraphicFramePr>
            <a:graphicFrameLocks noGrp="1"/>
          </p:cNvGraphicFramePr>
          <p:nvPr>
            <p:extLst>
              <p:ext uri="{D42A27DB-BD31-4B8C-83A1-F6EECF244321}">
                <p14:modId xmlns:p14="http://schemas.microsoft.com/office/powerpoint/2010/main" val="2304722010"/>
              </p:ext>
            </p:extLst>
          </p:nvPr>
        </p:nvGraphicFramePr>
        <p:xfrm>
          <a:off x="349480" y="869822"/>
          <a:ext cx="8516096" cy="4644117"/>
        </p:xfrm>
        <a:graphic>
          <a:graphicData uri="http://schemas.openxmlformats.org/drawingml/2006/table">
            <a:tbl>
              <a:tblPr firstRow="1" bandRow="1">
                <a:tableStyleId>{5940675A-B579-460E-94D1-54222C63F5DA}</a:tableStyleId>
              </a:tblPr>
              <a:tblGrid>
                <a:gridCol w="4040645">
                  <a:extLst>
                    <a:ext uri="{9D8B030D-6E8A-4147-A177-3AD203B41FA5}">
                      <a16:colId xmlns:a16="http://schemas.microsoft.com/office/drawing/2014/main" val="647562201"/>
                    </a:ext>
                  </a:extLst>
                </a:gridCol>
                <a:gridCol w="1491817">
                  <a:extLst>
                    <a:ext uri="{9D8B030D-6E8A-4147-A177-3AD203B41FA5}">
                      <a16:colId xmlns:a16="http://schemas.microsoft.com/office/drawing/2014/main" val="4080167663"/>
                    </a:ext>
                  </a:extLst>
                </a:gridCol>
                <a:gridCol w="1491817">
                  <a:extLst>
                    <a:ext uri="{9D8B030D-6E8A-4147-A177-3AD203B41FA5}">
                      <a16:colId xmlns:a16="http://schemas.microsoft.com/office/drawing/2014/main" val="1399001717"/>
                    </a:ext>
                  </a:extLst>
                </a:gridCol>
                <a:gridCol w="1491817">
                  <a:extLst>
                    <a:ext uri="{9D8B030D-6E8A-4147-A177-3AD203B41FA5}">
                      <a16:colId xmlns:a16="http://schemas.microsoft.com/office/drawing/2014/main" val="1290382712"/>
                    </a:ext>
                  </a:extLst>
                </a:gridCol>
              </a:tblGrid>
              <a:tr h="763570">
                <a:tc rowSpan="2">
                  <a:txBody>
                    <a:bodyPr/>
                    <a:lstStyle/>
                    <a:p>
                      <a:pPr algn="ctr"/>
                      <a:r>
                        <a:rPr lang="en-US" sz="1400"/>
                        <a:t>Description of Assumption</a:t>
                      </a:r>
                    </a:p>
                  </a:txBody>
                  <a:tcPr anchor="b">
                    <a:solidFill>
                      <a:schemeClr val="accent6">
                        <a:lumMod val="40000"/>
                        <a:lumOff val="60000"/>
                      </a:schemeClr>
                    </a:solidFill>
                  </a:tcPr>
                </a:tc>
                <a:tc gridSpan="3">
                  <a:txBody>
                    <a:bodyPr/>
                    <a:lstStyle/>
                    <a:p>
                      <a:pPr algn="ctr"/>
                      <a:r>
                        <a:rPr lang="en-US" sz="1400"/>
                        <a:t>Assumption deployment</a:t>
                      </a:r>
                      <a:r>
                        <a:rPr lang="en-US" sz="1400" baseline="0"/>
                        <a:t> in model</a:t>
                      </a:r>
                      <a:endParaRPr lang="en-US" sz="1400"/>
                    </a:p>
                  </a:txBody>
                  <a:tcPr anchor="b">
                    <a:solidFill>
                      <a:schemeClr val="accent6">
                        <a:lumMod val="40000"/>
                        <a:lumOff val="60000"/>
                      </a:schemeClr>
                    </a:solidFill>
                  </a:tcPr>
                </a:tc>
                <a:tc hMerge="1">
                  <a:txBody>
                    <a:bodyPr/>
                    <a:lstStyle/>
                    <a:p>
                      <a:endParaRPr lang="en-US"/>
                    </a:p>
                  </a:txBody>
                  <a:tcPr/>
                </a:tc>
                <a:tc hMerge="1">
                  <a:txBody>
                    <a:bodyPr/>
                    <a:lstStyle/>
                    <a:p>
                      <a:pPr algn="ctr"/>
                      <a:endParaRPr lang="en-US" sz="1400"/>
                    </a:p>
                  </a:txBody>
                  <a:tcPr/>
                </a:tc>
                <a:extLst>
                  <a:ext uri="{0D108BD9-81ED-4DB2-BD59-A6C34878D82A}">
                    <a16:rowId xmlns:a16="http://schemas.microsoft.com/office/drawing/2014/main" val="29784611"/>
                  </a:ext>
                </a:extLst>
              </a:tr>
              <a:tr h="480341">
                <a:tc vMerge="1">
                  <a:txBody>
                    <a:bodyPr/>
                    <a:lstStyle/>
                    <a:p>
                      <a:endParaRPr lang="en-US" sz="1400"/>
                    </a:p>
                  </a:txBody>
                  <a:tcPr/>
                </a:tc>
                <a:tc>
                  <a:txBody>
                    <a:bodyPr/>
                    <a:lstStyle/>
                    <a:p>
                      <a:pPr algn="ctr"/>
                      <a:r>
                        <a:rPr lang="en-US" sz="1400"/>
                        <a:t>User Input</a:t>
                      </a:r>
                    </a:p>
                  </a:txBody>
                  <a:tcPr anchor="b">
                    <a:solidFill>
                      <a:schemeClr val="accent6">
                        <a:lumMod val="40000"/>
                        <a:lumOff val="60000"/>
                      </a:schemeClr>
                    </a:solidFill>
                  </a:tcPr>
                </a:tc>
                <a:tc>
                  <a:txBody>
                    <a:bodyPr/>
                    <a:lstStyle/>
                    <a:p>
                      <a:pPr algn="ctr"/>
                      <a:r>
                        <a:rPr lang="en-US" sz="1400"/>
                        <a:t>Embedded</a:t>
                      </a:r>
                    </a:p>
                  </a:txBody>
                  <a:tcPr anchor="b">
                    <a:solidFill>
                      <a:schemeClr val="accent6">
                        <a:lumMod val="40000"/>
                        <a:lumOff val="60000"/>
                      </a:schemeClr>
                    </a:solidFill>
                  </a:tcPr>
                </a:tc>
                <a:tc>
                  <a:txBody>
                    <a:bodyPr/>
                    <a:lstStyle/>
                    <a:p>
                      <a:pPr algn="ctr"/>
                      <a:r>
                        <a:rPr lang="en-US" sz="1400"/>
                        <a:t>Override Capability</a:t>
                      </a:r>
                    </a:p>
                  </a:txBody>
                  <a:tcPr anchor="b">
                    <a:solidFill>
                      <a:schemeClr val="accent6">
                        <a:lumMod val="40000"/>
                        <a:lumOff val="60000"/>
                      </a:schemeClr>
                    </a:solidFill>
                  </a:tcPr>
                </a:tc>
                <a:extLst>
                  <a:ext uri="{0D108BD9-81ED-4DB2-BD59-A6C34878D82A}">
                    <a16:rowId xmlns:a16="http://schemas.microsoft.com/office/drawing/2014/main" val="3041844294"/>
                  </a:ext>
                </a:extLst>
              </a:tr>
              <a:tr h="480341">
                <a:tc>
                  <a:txBody>
                    <a:bodyPr/>
                    <a:lstStyle/>
                    <a:p>
                      <a:r>
                        <a:rPr lang="en-US" sz="1400"/>
                        <a:t>Description</a:t>
                      </a:r>
                      <a:r>
                        <a:rPr lang="en-US" sz="1400" baseline="0"/>
                        <a:t> of assumption 1.</a:t>
                      </a:r>
                      <a:endParaRPr lang="en-US" sz="1400"/>
                    </a:p>
                  </a:txBody>
                  <a:tcPr anchor="ctr"/>
                </a:tc>
                <a:tc>
                  <a:txBody>
                    <a:bodyPr/>
                    <a:lstStyle/>
                    <a:p>
                      <a:pPr marL="0" marR="0" lvl="0" indent="0" algn="ctr" defTabSz="457200" rtl="0" eaLnBrk="1" fontAlgn="auto" latinLnBrk="0" hangingPunct="1">
                        <a:lnSpc>
                          <a:spcPct val="100000"/>
                        </a:lnSpc>
                        <a:spcBef>
                          <a:spcPct val="0"/>
                        </a:spcBef>
                        <a:spcAft>
                          <a:spcPct val="0"/>
                        </a:spcAft>
                        <a:buClrTx/>
                        <a:buSzTx/>
                        <a:buFontTx/>
                        <a:buNone/>
                        <a:defRPr/>
                      </a:pPr>
                      <a:endParaRPr lang="en-US" sz="1400"/>
                    </a:p>
                  </a:txBody>
                  <a:tcPr anchor="ctr"/>
                </a:tc>
                <a:tc>
                  <a:txBody>
                    <a:bodyPr/>
                    <a:lstStyle/>
                    <a:p>
                      <a:pPr marL="0" marR="0" lvl="0" indent="0" algn="ctr" defTabSz="457200" rtl="0" eaLnBrk="1" fontAlgn="auto" latinLnBrk="0" hangingPunct="1">
                        <a:lnSpc>
                          <a:spcPct val="100000"/>
                        </a:lnSpc>
                        <a:spcBef>
                          <a:spcPct val="0"/>
                        </a:spcBef>
                        <a:spcAft>
                          <a:spcPct val="0"/>
                        </a:spcAft>
                        <a:buClrTx/>
                        <a:buSzTx/>
                        <a:buFontTx/>
                        <a:buNone/>
                        <a:defRPr/>
                      </a:pPr>
                      <a:endParaRPr lang="en-US" sz="1400"/>
                    </a:p>
                  </a:txBody>
                  <a:tcPr anchor="ctr"/>
                </a:tc>
                <a:tc>
                  <a:txBody>
                    <a:bodyPr/>
                    <a:lstStyle/>
                    <a:p>
                      <a:pPr marL="0" marR="0" lvl="0" indent="0" algn="ctr" defTabSz="457200" rtl="0" eaLnBrk="1" fontAlgn="auto" latinLnBrk="0" hangingPunct="1">
                        <a:lnSpc>
                          <a:spcPct val="100000"/>
                        </a:lnSpc>
                        <a:spcBef>
                          <a:spcPct val="0"/>
                        </a:spcBef>
                        <a:spcAft>
                          <a:spcPct val="0"/>
                        </a:spcAft>
                        <a:buClrTx/>
                        <a:buSzTx/>
                        <a:buFontTx/>
                        <a:buNone/>
                        <a:defRPr/>
                      </a:pPr>
                      <a:r>
                        <a:rPr lang="en-US" sz="1400"/>
                        <a:t>X</a:t>
                      </a:r>
                    </a:p>
                  </a:txBody>
                  <a:tcPr anchor="ctr"/>
                </a:tc>
                <a:extLst>
                  <a:ext uri="{0D108BD9-81ED-4DB2-BD59-A6C34878D82A}">
                    <a16:rowId xmlns:a16="http://schemas.microsoft.com/office/drawing/2014/main" val="3876683084"/>
                  </a:ext>
                </a:extLst>
              </a:tr>
              <a:tr h="480341">
                <a:tc>
                  <a:txBody>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en-US" sz="1400" b="0" i="0" u="none" strike="noStrike" kern="1200" cap="none" spc="0" normalizeH="0" baseline="0" noProof="0">
                          <a:ln>
                            <a:noFill/>
                          </a:ln>
                          <a:solidFill>
                            <a:prstClr val="black"/>
                          </a:solidFill>
                          <a:effectLst/>
                          <a:uLnTx/>
                          <a:uFillTx/>
                          <a:latin typeface="Calibri"/>
                          <a:ea typeface="+mn-ea"/>
                          <a:cs typeface="+mn-cs"/>
                        </a:rPr>
                        <a:t>Description of assumption 2.</a:t>
                      </a:r>
                    </a:p>
                  </a:txBody>
                  <a:tcPr anchor="ctr"/>
                </a:tc>
                <a:tc>
                  <a:txBody>
                    <a:bodyPr/>
                    <a:lstStyle/>
                    <a:p>
                      <a:pPr marL="0" marR="0" lvl="0" indent="0" algn="ctr" defTabSz="457200" rtl="0" eaLnBrk="1" fontAlgn="auto" latinLnBrk="0" hangingPunct="1">
                        <a:lnSpc>
                          <a:spcPct val="100000"/>
                        </a:lnSpc>
                        <a:spcBef>
                          <a:spcPct val="0"/>
                        </a:spcBef>
                        <a:spcAft>
                          <a:spcPct val="0"/>
                        </a:spcAft>
                        <a:buClrTx/>
                        <a:buSzTx/>
                        <a:buFontTx/>
                        <a:buNone/>
                        <a:defRPr/>
                      </a:pPr>
                      <a:endParaRPr lang="en-US" sz="1400"/>
                    </a:p>
                  </a:txBody>
                  <a:tcPr anchor="ctr"/>
                </a:tc>
                <a:tc>
                  <a:txBody>
                    <a:bodyPr/>
                    <a:lstStyle/>
                    <a:p>
                      <a:pPr marL="0" marR="0" lvl="0" indent="0" algn="ctr" defTabSz="457200" rtl="0" eaLnBrk="1" fontAlgn="auto" latinLnBrk="0" hangingPunct="1">
                        <a:lnSpc>
                          <a:spcPct val="100000"/>
                        </a:lnSpc>
                        <a:spcBef>
                          <a:spcPct val="0"/>
                        </a:spcBef>
                        <a:spcAft>
                          <a:spcPct val="0"/>
                        </a:spcAft>
                        <a:buClrTx/>
                        <a:buSzTx/>
                        <a:buFontTx/>
                        <a:buNone/>
                        <a:defRPr/>
                      </a:pPr>
                      <a:endParaRPr lang="en-US" sz="1400"/>
                    </a:p>
                  </a:txBody>
                  <a:tcPr anchor="ctr"/>
                </a:tc>
                <a:tc>
                  <a:txBody>
                    <a:bodyPr/>
                    <a:lstStyle/>
                    <a:p>
                      <a:pPr marL="0" marR="0" lvl="0" indent="0" algn="ctr" defTabSz="457200" rtl="0" eaLnBrk="1" fontAlgn="auto" latinLnBrk="0" hangingPunct="1">
                        <a:lnSpc>
                          <a:spcPct val="100000"/>
                        </a:lnSpc>
                        <a:spcBef>
                          <a:spcPct val="0"/>
                        </a:spcBef>
                        <a:spcAft>
                          <a:spcPct val="0"/>
                        </a:spcAft>
                        <a:buClrTx/>
                        <a:buSzTx/>
                        <a:buFontTx/>
                        <a:buNone/>
                        <a:defRPr/>
                      </a:pPr>
                      <a:r>
                        <a:rPr lang="en-US" sz="1400"/>
                        <a:t>X</a:t>
                      </a:r>
                    </a:p>
                  </a:txBody>
                  <a:tcPr anchor="ctr"/>
                </a:tc>
                <a:extLst>
                  <a:ext uri="{0D108BD9-81ED-4DB2-BD59-A6C34878D82A}">
                    <a16:rowId xmlns:a16="http://schemas.microsoft.com/office/drawing/2014/main" val="4027699984"/>
                  </a:ext>
                </a:extLst>
              </a:tr>
              <a:tr h="480341">
                <a:tc>
                  <a:txBody>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en-US" sz="1400" b="0" i="0" u="none" strike="noStrike" kern="1200" cap="none" spc="0" normalizeH="0" baseline="0" noProof="0">
                          <a:ln>
                            <a:noFill/>
                          </a:ln>
                          <a:solidFill>
                            <a:prstClr val="black"/>
                          </a:solidFill>
                          <a:effectLst/>
                          <a:uLnTx/>
                          <a:uFillTx/>
                          <a:latin typeface="Calibri"/>
                          <a:ea typeface="+mn-ea"/>
                          <a:cs typeface="+mn-cs"/>
                        </a:rPr>
                        <a:t>Description of assumption 3.</a:t>
                      </a:r>
                    </a:p>
                  </a:txBody>
                  <a:tcPr anchor="ctr"/>
                </a:tc>
                <a:tc>
                  <a:txBody>
                    <a:bodyPr/>
                    <a:lstStyle/>
                    <a:p>
                      <a:pPr marL="0" marR="0" lvl="0" indent="0" algn="ctr" defTabSz="457200" rtl="0" eaLnBrk="1" fontAlgn="auto" latinLnBrk="0" hangingPunct="1">
                        <a:lnSpc>
                          <a:spcPct val="100000"/>
                        </a:lnSpc>
                        <a:spcBef>
                          <a:spcPct val="0"/>
                        </a:spcBef>
                        <a:spcAft>
                          <a:spcPct val="0"/>
                        </a:spcAft>
                        <a:buClrTx/>
                        <a:buSzTx/>
                        <a:buFontTx/>
                        <a:buNone/>
                        <a:defRPr/>
                      </a:pPr>
                      <a:endParaRPr lang="en-US" sz="1400"/>
                    </a:p>
                  </a:txBody>
                  <a:tcPr anchor="ctr"/>
                </a:tc>
                <a:tc>
                  <a:txBody>
                    <a:bodyPr/>
                    <a:lstStyle/>
                    <a:p>
                      <a:pPr marL="0" marR="0" lvl="0" indent="0" algn="ctr" defTabSz="457200" rtl="0" eaLnBrk="1" fontAlgn="auto" latinLnBrk="0" hangingPunct="1">
                        <a:lnSpc>
                          <a:spcPct val="100000"/>
                        </a:lnSpc>
                        <a:spcBef>
                          <a:spcPct val="0"/>
                        </a:spcBef>
                        <a:spcAft>
                          <a:spcPct val="0"/>
                        </a:spcAft>
                        <a:buClrTx/>
                        <a:buSzTx/>
                        <a:buFontTx/>
                        <a:buNone/>
                        <a:defRPr/>
                      </a:pPr>
                      <a:endParaRPr lang="en-US" sz="1400"/>
                    </a:p>
                  </a:txBody>
                  <a:tcPr anchor="ctr"/>
                </a:tc>
                <a:tc>
                  <a:txBody>
                    <a:bodyPr/>
                    <a:lstStyle/>
                    <a:p>
                      <a:pPr marL="0" marR="0" lvl="0" indent="0" algn="ctr" defTabSz="457200" rtl="0" eaLnBrk="1" fontAlgn="auto" latinLnBrk="0" hangingPunct="1">
                        <a:lnSpc>
                          <a:spcPct val="100000"/>
                        </a:lnSpc>
                        <a:spcBef>
                          <a:spcPct val="0"/>
                        </a:spcBef>
                        <a:spcAft>
                          <a:spcPct val="0"/>
                        </a:spcAft>
                        <a:buClrTx/>
                        <a:buSzTx/>
                        <a:buFontTx/>
                        <a:buNone/>
                        <a:defRPr/>
                      </a:pPr>
                      <a:r>
                        <a:rPr lang="en-US" sz="1400"/>
                        <a:t>X</a:t>
                      </a:r>
                    </a:p>
                  </a:txBody>
                  <a:tcPr anchor="ctr"/>
                </a:tc>
                <a:extLst>
                  <a:ext uri="{0D108BD9-81ED-4DB2-BD59-A6C34878D82A}">
                    <a16:rowId xmlns:a16="http://schemas.microsoft.com/office/drawing/2014/main" val="2033317618"/>
                  </a:ext>
                </a:extLst>
              </a:tr>
              <a:tr h="480341">
                <a:tc>
                  <a:txBody>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en-US" sz="1400" b="0" i="0" u="none" strike="noStrike" kern="1200" cap="none" spc="0" normalizeH="0" baseline="0" noProof="0">
                          <a:ln>
                            <a:noFill/>
                          </a:ln>
                          <a:solidFill>
                            <a:prstClr val="black"/>
                          </a:solidFill>
                          <a:effectLst/>
                          <a:uLnTx/>
                          <a:uFillTx/>
                          <a:latin typeface="Calibri"/>
                          <a:ea typeface="+mn-ea"/>
                          <a:cs typeface="+mn-cs"/>
                        </a:rPr>
                        <a:t>Description of assumption 4.</a:t>
                      </a:r>
                    </a:p>
                  </a:txBody>
                  <a:tcPr anchor="ctr"/>
                </a:tc>
                <a:tc>
                  <a:txBody>
                    <a:bodyPr/>
                    <a:lstStyle/>
                    <a:p>
                      <a:pPr marL="0" marR="0" lvl="0" indent="0" algn="ctr" defTabSz="457200" rtl="0" eaLnBrk="1" fontAlgn="auto" latinLnBrk="0" hangingPunct="1">
                        <a:lnSpc>
                          <a:spcPct val="100000"/>
                        </a:lnSpc>
                        <a:spcBef>
                          <a:spcPct val="0"/>
                        </a:spcBef>
                        <a:spcAft>
                          <a:spcPct val="0"/>
                        </a:spcAft>
                        <a:buClrTx/>
                        <a:buSzTx/>
                        <a:buFontTx/>
                        <a:buNone/>
                        <a:defRPr/>
                      </a:pPr>
                      <a:endParaRPr lang="en-US" sz="1400"/>
                    </a:p>
                  </a:txBody>
                  <a:tcPr anchor="ctr"/>
                </a:tc>
                <a:tc>
                  <a:txBody>
                    <a:bodyPr/>
                    <a:lstStyle/>
                    <a:p>
                      <a:pPr marL="0" marR="0" lvl="0" indent="0" algn="ctr" defTabSz="457200" rtl="0" eaLnBrk="1" fontAlgn="auto" latinLnBrk="0" hangingPunct="1">
                        <a:lnSpc>
                          <a:spcPct val="100000"/>
                        </a:lnSpc>
                        <a:spcBef>
                          <a:spcPct val="0"/>
                        </a:spcBef>
                        <a:spcAft>
                          <a:spcPct val="0"/>
                        </a:spcAft>
                        <a:buClrTx/>
                        <a:buSzTx/>
                        <a:buFontTx/>
                        <a:buNone/>
                        <a:defRPr/>
                      </a:pPr>
                      <a:endParaRPr lang="en-US" sz="1400"/>
                    </a:p>
                  </a:txBody>
                  <a:tcPr anchor="ctr"/>
                </a:tc>
                <a:tc>
                  <a:txBody>
                    <a:bodyPr/>
                    <a:lstStyle/>
                    <a:p>
                      <a:pPr marL="0" marR="0" lvl="0" indent="0" algn="ctr" defTabSz="457200" rtl="0" eaLnBrk="1" fontAlgn="auto" latinLnBrk="0" hangingPunct="1">
                        <a:lnSpc>
                          <a:spcPct val="100000"/>
                        </a:lnSpc>
                        <a:spcBef>
                          <a:spcPct val="0"/>
                        </a:spcBef>
                        <a:spcAft>
                          <a:spcPct val="0"/>
                        </a:spcAft>
                        <a:buClrTx/>
                        <a:buSzTx/>
                        <a:buFontTx/>
                        <a:buNone/>
                        <a:defRPr/>
                      </a:pPr>
                      <a:r>
                        <a:rPr lang="en-US" sz="1400"/>
                        <a:t>X</a:t>
                      </a:r>
                    </a:p>
                  </a:txBody>
                  <a:tcPr anchor="ctr"/>
                </a:tc>
                <a:extLst>
                  <a:ext uri="{0D108BD9-81ED-4DB2-BD59-A6C34878D82A}">
                    <a16:rowId xmlns:a16="http://schemas.microsoft.com/office/drawing/2014/main" val="2294305581"/>
                  </a:ext>
                </a:extLst>
              </a:tr>
              <a:tr h="480341">
                <a:tc>
                  <a:txBody>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en-US" sz="1400" b="0" i="0" u="none" strike="noStrike" kern="1200" cap="none" spc="0" normalizeH="0" baseline="0" noProof="0">
                          <a:ln>
                            <a:noFill/>
                          </a:ln>
                          <a:solidFill>
                            <a:prstClr val="black"/>
                          </a:solidFill>
                          <a:effectLst/>
                          <a:uLnTx/>
                          <a:uFillTx/>
                          <a:latin typeface="Calibri"/>
                          <a:ea typeface="+mn-ea"/>
                          <a:cs typeface="+mn-cs"/>
                        </a:rPr>
                        <a:t>Description of assumption 5.</a:t>
                      </a:r>
                    </a:p>
                  </a:txBody>
                  <a:tcPr anchor="ctr"/>
                </a:tc>
                <a:tc>
                  <a:txBody>
                    <a:bodyPr/>
                    <a:lstStyle/>
                    <a:p>
                      <a:pPr marL="0" marR="0" lvl="0" indent="0" algn="ctr" defTabSz="457200" rtl="0" eaLnBrk="1" fontAlgn="auto" latinLnBrk="0" hangingPunct="1">
                        <a:lnSpc>
                          <a:spcPct val="100000"/>
                        </a:lnSpc>
                        <a:spcBef>
                          <a:spcPct val="0"/>
                        </a:spcBef>
                        <a:spcAft>
                          <a:spcPct val="0"/>
                        </a:spcAft>
                        <a:buClrTx/>
                        <a:buSzTx/>
                        <a:buFontTx/>
                        <a:buNone/>
                        <a:defRPr/>
                      </a:pPr>
                      <a:endParaRPr lang="en-US" sz="1400"/>
                    </a:p>
                  </a:txBody>
                  <a:tcPr anchor="ctr"/>
                </a:tc>
                <a:tc>
                  <a:txBody>
                    <a:bodyPr/>
                    <a:lstStyle/>
                    <a:p>
                      <a:pPr marL="0" marR="0" lvl="0" indent="0" algn="ctr" defTabSz="457200" rtl="0" eaLnBrk="1" fontAlgn="auto" latinLnBrk="0" hangingPunct="1">
                        <a:lnSpc>
                          <a:spcPct val="100000"/>
                        </a:lnSpc>
                        <a:spcBef>
                          <a:spcPct val="0"/>
                        </a:spcBef>
                        <a:spcAft>
                          <a:spcPct val="0"/>
                        </a:spcAft>
                        <a:buClrTx/>
                        <a:buSzTx/>
                        <a:buFontTx/>
                        <a:buNone/>
                        <a:defRPr/>
                      </a:pPr>
                      <a:endParaRPr lang="en-US" sz="1400"/>
                    </a:p>
                  </a:txBody>
                  <a:tcPr anchor="ctr"/>
                </a:tc>
                <a:tc>
                  <a:txBody>
                    <a:bodyPr/>
                    <a:lstStyle/>
                    <a:p>
                      <a:pPr marL="0" marR="0" lvl="0" indent="0" algn="ctr" defTabSz="457200" rtl="0" eaLnBrk="1" fontAlgn="auto" latinLnBrk="0" hangingPunct="1">
                        <a:lnSpc>
                          <a:spcPct val="100000"/>
                        </a:lnSpc>
                        <a:spcBef>
                          <a:spcPct val="0"/>
                        </a:spcBef>
                        <a:spcAft>
                          <a:spcPct val="0"/>
                        </a:spcAft>
                        <a:buClrTx/>
                        <a:buSzTx/>
                        <a:buFontTx/>
                        <a:buNone/>
                        <a:defRPr/>
                      </a:pPr>
                      <a:r>
                        <a:rPr lang="en-US" sz="1400"/>
                        <a:t>X</a:t>
                      </a:r>
                    </a:p>
                  </a:txBody>
                  <a:tcPr anchor="ctr"/>
                </a:tc>
                <a:extLst>
                  <a:ext uri="{0D108BD9-81ED-4DB2-BD59-A6C34878D82A}">
                    <a16:rowId xmlns:a16="http://schemas.microsoft.com/office/drawing/2014/main" val="1676714244"/>
                  </a:ext>
                </a:extLst>
              </a:tr>
              <a:tr h="480341">
                <a:tc>
                  <a:txBody>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en-US" sz="1400" b="0" i="0" u="none" strike="noStrike" kern="1200" cap="none" spc="0" normalizeH="0" baseline="0" noProof="0">
                          <a:ln>
                            <a:noFill/>
                          </a:ln>
                          <a:solidFill>
                            <a:prstClr val="black"/>
                          </a:solidFill>
                          <a:effectLst/>
                          <a:uLnTx/>
                          <a:uFillTx/>
                          <a:latin typeface="Calibri"/>
                          <a:ea typeface="+mn-ea"/>
                          <a:cs typeface="+mn-cs"/>
                        </a:rPr>
                        <a:t>Description of assumption 6.</a:t>
                      </a:r>
                    </a:p>
                  </a:txBody>
                  <a:tcPr anchor="ctr"/>
                </a:tc>
                <a:tc>
                  <a:txBody>
                    <a:bodyPr/>
                    <a:lstStyle/>
                    <a:p>
                      <a:pPr marL="0" marR="0" lvl="0" indent="0" algn="ctr" defTabSz="457200" rtl="0" eaLnBrk="1" fontAlgn="auto" latinLnBrk="0" hangingPunct="1">
                        <a:lnSpc>
                          <a:spcPct val="100000"/>
                        </a:lnSpc>
                        <a:spcBef>
                          <a:spcPct val="0"/>
                        </a:spcBef>
                        <a:spcAft>
                          <a:spcPct val="0"/>
                        </a:spcAft>
                        <a:buClrTx/>
                        <a:buSzTx/>
                        <a:buFontTx/>
                        <a:buNone/>
                        <a:defRPr/>
                      </a:pPr>
                      <a:endParaRPr lang="en-US" sz="1400"/>
                    </a:p>
                  </a:txBody>
                  <a:tcPr anchor="ctr"/>
                </a:tc>
                <a:tc>
                  <a:txBody>
                    <a:bodyPr/>
                    <a:lstStyle/>
                    <a:p>
                      <a:pPr marL="0" marR="0" lvl="0" indent="0" algn="ctr" defTabSz="457200" rtl="0" eaLnBrk="1" fontAlgn="auto" latinLnBrk="0" hangingPunct="1">
                        <a:lnSpc>
                          <a:spcPct val="100000"/>
                        </a:lnSpc>
                        <a:spcBef>
                          <a:spcPct val="0"/>
                        </a:spcBef>
                        <a:spcAft>
                          <a:spcPct val="0"/>
                        </a:spcAft>
                        <a:buClrTx/>
                        <a:buSzTx/>
                        <a:buFontTx/>
                        <a:buNone/>
                        <a:defRPr/>
                      </a:pPr>
                      <a:endParaRPr lang="en-US" sz="1400"/>
                    </a:p>
                  </a:txBody>
                  <a:tcPr anchor="ctr"/>
                </a:tc>
                <a:tc>
                  <a:txBody>
                    <a:bodyPr/>
                    <a:lstStyle/>
                    <a:p>
                      <a:pPr marL="0" marR="0" lvl="0" indent="0" algn="ctr" defTabSz="457200" rtl="0" eaLnBrk="1" fontAlgn="auto" latinLnBrk="0" hangingPunct="1">
                        <a:lnSpc>
                          <a:spcPct val="100000"/>
                        </a:lnSpc>
                        <a:spcBef>
                          <a:spcPct val="0"/>
                        </a:spcBef>
                        <a:spcAft>
                          <a:spcPct val="0"/>
                        </a:spcAft>
                        <a:buClrTx/>
                        <a:buSzTx/>
                        <a:buFontTx/>
                        <a:buNone/>
                        <a:defRPr/>
                      </a:pPr>
                      <a:r>
                        <a:rPr lang="en-US" sz="1400"/>
                        <a:t>X</a:t>
                      </a:r>
                    </a:p>
                  </a:txBody>
                  <a:tcPr anchor="ctr"/>
                </a:tc>
                <a:extLst>
                  <a:ext uri="{0D108BD9-81ED-4DB2-BD59-A6C34878D82A}">
                    <a16:rowId xmlns:a16="http://schemas.microsoft.com/office/drawing/2014/main" val="3703994096"/>
                  </a:ext>
                </a:extLst>
              </a:tr>
              <a:tr h="480341">
                <a:tc>
                  <a:txBody>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en-US" sz="1400" b="0" i="0" u="none" strike="noStrike" kern="1200" cap="none" spc="0" normalizeH="0" baseline="0" noProof="0">
                          <a:ln>
                            <a:noFill/>
                          </a:ln>
                          <a:solidFill>
                            <a:prstClr val="black"/>
                          </a:solidFill>
                          <a:effectLst/>
                          <a:uLnTx/>
                          <a:uFillTx/>
                          <a:latin typeface="Calibri"/>
                          <a:ea typeface="+mn-ea"/>
                          <a:cs typeface="+mn-cs"/>
                        </a:rPr>
                        <a:t>Description of assumption 7.</a:t>
                      </a:r>
                    </a:p>
                  </a:txBody>
                  <a:tcPr anchor="ctr"/>
                </a:tc>
                <a:tc>
                  <a:txBody>
                    <a:bodyPr/>
                    <a:lstStyle/>
                    <a:p>
                      <a:pPr marL="0" marR="0" lvl="0" indent="0" algn="ctr" defTabSz="457200" rtl="0" eaLnBrk="1" fontAlgn="auto" latinLnBrk="0" hangingPunct="1">
                        <a:lnSpc>
                          <a:spcPct val="100000"/>
                        </a:lnSpc>
                        <a:spcBef>
                          <a:spcPct val="0"/>
                        </a:spcBef>
                        <a:spcAft>
                          <a:spcPct val="0"/>
                        </a:spcAft>
                        <a:buClrTx/>
                        <a:buSzTx/>
                        <a:buFontTx/>
                        <a:buNone/>
                        <a:defRPr/>
                      </a:pPr>
                      <a:endParaRPr lang="en-US" sz="1400"/>
                    </a:p>
                  </a:txBody>
                  <a:tcPr anchor="ctr"/>
                </a:tc>
                <a:tc>
                  <a:txBody>
                    <a:bodyPr/>
                    <a:lstStyle/>
                    <a:p>
                      <a:pPr marL="0" marR="0" lvl="0" indent="0" algn="ctr" defTabSz="457200" rtl="0" eaLnBrk="1" fontAlgn="auto" latinLnBrk="0" hangingPunct="1">
                        <a:lnSpc>
                          <a:spcPct val="100000"/>
                        </a:lnSpc>
                        <a:spcBef>
                          <a:spcPct val="0"/>
                        </a:spcBef>
                        <a:spcAft>
                          <a:spcPct val="0"/>
                        </a:spcAft>
                        <a:buClrTx/>
                        <a:buSzTx/>
                        <a:buFontTx/>
                        <a:buNone/>
                        <a:defRPr/>
                      </a:pPr>
                      <a:endParaRPr lang="en-US" sz="1400"/>
                    </a:p>
                  </a:txBody>
                  <a:tcPr anchor="ctr"/>
                </a:tc>
                <a:tc>
                  <a:txBody>
                    <a:bodyPr/>
                    <a:lstStyle/>
                    <a:p>
                      <a:pPr marL="0" marR="0" lvl="0" indent="0" algn="ctr" defTabSz="457200" rtl="0" eaLnBrk="1" fontAlgn="auto" latinLnBrk="0" hangingPunct="1">
                        <a:lnSpc>
                          <a:spcPct val="100000"/>
                        </a:lnSpc>
                        <a:spcBef>
                          <a:spcPct val="0"/>
                        </a:spcBef>
                        <a:spcAft>
                          <a:spcPct val="0"/>
                        </a:spcAft>
                        <a:buClrTx/>
                        <a:buSzTx/>
                        <a:buFontTx/>
                        <a:buNone/>
                        <a:defRPr/>
                      </a:pPr>
                      <a:r>
                        <a:rPr lang="en-US" sz="1400"/>
                        <a:t>X</a:t>
                      </a:r>
                    </a:p>
                  </a:txBody>
                  <a:tcPr anchor="ctr"/>
                </a:tc>
                <a:extLst>
                  <a:ext uri="{0D108BD9-81ED-4DB2-BD59-A6C34878D82A}">
                    <a16:rowId xmlns:a16="http://schemas.microsoft.com/office/drawing/2014/main" val="2311613142"/>
                  </a:ext>
                </a:extLst>
              </a:tr>
            </a:tbl>
          </a:graphicData>
        </a:graphic>
      </p:graphicFrame>
    </p:spTree>
    <p:extLst>
      <p:ext uri="{BB962C8B-B14F-4D97-AF65-F5344CB8AC3E}">
        <p14:creationId xmlns:p14="http://schemas.microsoft.com/office/powerpoint/2010/main" val="4215703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quarter" idx="13"/>
          </p:nvPr>
        </p:nvSpPr>
        <p:spPr>
          <a:xfrm>
            <a:off x="227012" y="706438"/>
            <a:ext cx="8688387" cy="5124451"/>
          </a:xfrm>
        </p:spPr>
        <p:txBody>
          <a:bodyPr/>
          <a:lstStyle/>
          <a:p>
            <a:pPr marL="400050" indent="-400050">
              <a:buFont typeface="+mj-lt"/>
              <a:buAutoNum type="romanLcPeriod"/>
            </a:pPr>
            <a:endParaRPr lang="en-US" sz="1600" b="0"/>
          </a:p>
          <a:p>
            <a:pPr marL="342900" indent="-342900">
              <a:buFont typeface="Arial" pitchFamily="34" charset="0"/>
              <a:buChar char="•"/>
            </a:pPr>
            <a:endParaRPr lang="en-GB"/>
          </a:p>
        </p:txBody>
      </p:sp>
      <p:sp>
        <p:nvSpPr>
          <p:cNvPr id="3" name="Slide Number Placeholder 2"/>
          <p:cNvSpPr>
            <a:spLocks noGrp="1"/>
          </p:cNvSpPr>
          <p:nvPr>
            <p:ph type="sldNum" sz="quarter" idx="16"/>
          </p:nvPr>
        </p:nvSpPr>
        <p:spPr/>
        <p:txBody>
          <a:bodyPr/>
          <a:lstStyle/>
          <a:p>
            <a:fld id="{D8C7B916-C5B8-B44E-8A57-C4F989E2FE98}" type="slidenum">
              <a:rPr lang="en-US" smtClean="0"/>
              <a:t>10</a:t>
            </a:fld>
            <a:endParaRPr lang="en-US"/>
          </a:p>
        </p:txBody>
      </p:sp>
      <p:sp>
        <p:nvSpPr>
          <p:cNvPr id="11" name="Title 10"/>
          <p:cNvSpPr>
            <a:spLocks noGrp="1"/>
          </p:cNvSpPr>
          <p:nvPr>
            <p:ph type="title"/>
          </p:nvPr>
        </p:nvSpPr>
        <p:spPr>
          <a:xfrm>
            <a:off x="227013" y="280847"/>
            <a:ext cx="8688387" cy="328753"/>
          </a:xfrm>
        </p:spPr>
        <p:txBody>
          <a:bodyPr/>
          <a:lstStyle/>
          <a:p>
            <a:r>
              <a:rPr lang="en-US" sz="1800"/>
              <a:t>6. Limitations/Restrictions for the Model</a:t>
            </a:r>
            <a:br>
              <a:rPr lang="en-US" sz="1800"/>
            </a:br>
            <a:r>
              <a:rPr lang="en-US" sz="1800"/>
              <a:t> </a:t>
            </a:r>
          </a:p>
        </p:txBody>
      </p:sp>
      <p:sp>
        <p:nvSpPr>
          <p:cNvPr id="5" name="Content Placeholder 5"/>
          <p:cNvSpPr txBox="1"/>
          <p:nvPr/>
        </p:nvSpPr>
        <p:spPr>
          <a:xfrm>
            <a:off x="457200" y="869950"/>
            <a:ext cx="8458199" cy="5248275"/>
          </a:xfrm>
          <a:prstGeom prst="rect">
            <a:avLst/>
          </a:prstGeom>
          <a:ln cap="flat">
            <a:noFill/>
            <a:miter lim="800000"/>
          </a:ln>
        </p:spPr>
        <p:txBody>
          <a:bodyPr vert="horz" wrap="square" lIns="0" tIns="0" rIns="0" bIns="0" rtlCol="0">
            <a:noAutofit/>
          </a:bodyPr>
          <a:lstStyle>
            <a:lvl1pPr marL="0" indent="0" algn="l" defTabSz="457200" rtl="0" eaLnBrk="1" latinLnBrk="0" hangingPunct="1">
              <a:lnSpc>
                <a:spcPct val="95000"/>
              </a:lnSpc>
              <a:spcBef>
                <a:spcPts val="1200"/>
              </a:spcBef>
              <a:buFont typeface="Arial"/>
              <a:buNone/>
              <a:defRPr lang="en-US" sz="2000" b="1" kern="1200" smtClean="0">
                <a:solidFill>
                  <a:schemeClr val="tx1"/>
                </a:solidFill>
                <a:latin typeface="+mn-lt"/>
                <a:ea typeface="+mn-ea"/>
                <a:cs typeface="+mn-cs"/>
              </a:defRPr>
            </a:lvl1pPr>
            <a:lvl2pPr marL="233363" indent="-233363" algn="l" defTabSz="457200" rtl="0" eaLnBrk="1" latinLnBrk="0" hangingPunct="1">
              <a:lnSpc>
                <a:spcPct val="95000"/>
              </a:lnSpc>
              <a:spcBef>
                <a:spcPts val="1200"/>
              </a:spcBef>
              <a:buFont typeface="Arial" pitchFamily="34" charset="0"/>
              <a:buChar char="•"/>
              <a:defRPr lang="en-US" sz="2000" b="1" kern="1200" smtClean="0">
                <a:solidFill>
                  <a:schemeClr val="tx1"/>
                </a:solidFill>
                <a:latin typeface="+mn-lt"/>
                <a:ea typeface="+mn-ea"/>
                <a:cs typeface="+mn-cs"/>
              </a:defRPr>
            </a:lvl2pPr>
            <a:lvl3pPr marL="630238" indent="-173038" algn="l" defTabSz="457200" rtl="0" eaLnBrk="1" latinLnBrk="0" hangingPunct="1">
              <a:lnSpc>
                <a:spcPct val="95000"/>
              </a:lnSpc>
              <a:spcBef>
                <a:spcPts val="300"/>
              </a:spcBef>
              <a:buFont typeface="Arial"/>
              <a:buChar char="•"/>
              <a:defRPr lang="en-US" sz="1600" b="0" kern="1200" smtClean="0">
                <a:solidFill>
                  <a:schemeClr val="tx1"/>
                </a:solidFill>
                <a:latin typeface="Times New Roman" pitchFamily="18" charset="0"/>
                <a:ea typeface="+mn-ea"/>
                <a:cs typeface="Times New Roman" pitchFamily="18" charset="0"/>
              </a:defRPr>
            </a:lvl3pPr>
            <a:lvl4pPr marL="1025525" indent="-171450" algn="l" defTabSz="457200" rtl="0" eaLnBrk="1" latinLnBrk="0" hangingPunct="1">
              <a:lnSpc>
                <a:spcPct val="95000"/>
              </a:lnSpc>
              <a:spcBef>
                <a:spcPts val="300"/>
              </a:spcBef>
              <a:buFont typeface="Arial" pitchFamily="34" charset="0"/>
              <a:buChar char="•"/>
              <a:defRPr lang="en-US" sz="1400" b="0" kern="1200" smtClean="0">
                <a:solidFill>
                  <a:schemeClr val="tx1"/>
                </a:solidFill>
                <a:latin typeface="Times New Roman" pitchFamily="18" charset="0"/>
                <a:ea typeface="+mn-ea"/>
                <a:cs typeface="Times New Roman" pitchFamily="18" charset="0"/>
              </a:defRPr>
            </a:lvl4pPr>
            <a:lvl5pPr marL="1311275" indent="-163513" algn="l" defTabSz="457200" rtl="0" eaLnBrk="1" latinLnBrk="0" hangingPunct="1">
              <a:lnSpc>
                <a:spcPct val="95000"/>
              </a:lnSpc>
              <a:spcBef>
                <a:spcPts val="300"/>
              </a:spcBef>
              <a:buFont typeface="Arial" pitchFamily="34" charset="0"/>
              <a:buChar char="•"/>
              <a:defRPr lang="en-US" sz="1200" b="0" kern="1200">
                <a:solidFill>
                  <a:schemeClr val="tx1"/>
                </a:solidFill>
                <a:latin typeface="Times New Roman" pitchFamily="18" charset="0"/>
                <a:ea typeface="+mn-ea"/>
                <a:cs typeface="Times New Roman" pitchFamily="18"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sz="1600"/>
          </a:p>
          <a:p>
            <a:endParaRPr lang="en-US" sz="1600"/>
          </a:p>
          <a:p>
            <a:pPr marL="342900" indent="-342900">
              <a:buFont typeface="Arial" pitchFamily="34" charset="0"/>
              <a:buChar char="•"/>
            </a:pPr>
            <a:endParaRPr lang="en-US"/>
          </a:p>
        </p:txBody>
      </p:sp>
    </p:spTree>
    <p:extLst>
      <p:ext uri="{BB962C8B-B14F-4D97-AF65-F5344CB8AC3E}">
        <p14:creationId xmlns:p14="http://schemas.microsoft.com/office/powerpoint/2010/main" val="3116606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quarter" idx="13"/>
          </p:nvPr>
        </p:nvSpPr>
        <p:spPr>
          <a:xfrm>
            <a:off x="457200" y="869950"/>
            <a:ext cx="8458200" cy="5248275"/>
          </a:xfrm>
        </p:spPr>
        <p:txBody>
          <a:bodyPr/>
          <a:lstStyle/>
          <a:p>
            <a:pPr marL="274320" indent="-274320">
              <a:buFont typeface="+mj-lt"/>
              <a:buAutoNum type="arabicParenR"/>
            </a:pPr>
            <a:r>
              <a:rPr lang="en-US" sz="1400" b="0"/>
              <a:t>Effective Date of the Changes: </a:t>
            </a:r>
            <a:r>
              <a:rPr lang="en-US" sz="1400">
                <a:solidFill>
                  <a:srgbClr val="FF0000"/>
                </a:solidFill>
              </a:rPr>
              <a:t>Stated as Effective mm/yyyy.  Should coincide with month of anticipated Board Approval</a:t>
            </a:r>
          </a:p>
          <a:p>
            <a:endParaRPr lang="en-US" sz="1400" b="0">
              <a:solidFill>
                <a:srgbClr val="FF0000"/>
              </a:solidFill>
            </a:endParaRPr>
          </a:p>
          <a:p>
            <a:r>
              <a:rPr lang="en-US" sz="1400" b="0"/>
              <a:t>      Summary Description of changes since last version approved by CMGC/Board of Managers: </a:t>
            </a:r>
          </a:p>
          <a:p>
            <a:pPr marL="468630" lvl="1" indent="-285750">
              <a:spcBef>
                <a:spcPts val="1200"/>
              </a:spcBef>
              <a:buFont typeface="Wingdings" panose="05000000000000000000" pitchFamily="2" charset="2"/>
              <a:buChar char="§"/>
            </a:pPr>
            <a:r>
              <a:rPr lang="en-US" sz="1400">
                <a:solidFill>
                  <a:srgbClr val="FF0000"/>
                </a:solidFill>
              </a:rPr>
              <a:t>Briefly describe the non-material changes to all versions of the Model since it was last approved by CMGC/Board of Mangers that led to the version currently in Business Use, if applicable.</a:t>
            </a:r>
          </a:p>
          <a:p>
            <a:pPr marL="468630" lvl="1" indent="-285750">
              <a:spcBef>
                <a:spcPts val="1200"/>
              </a:spcBef>
              <a:buFont typeface="Wingdings" panose="05000000000000000000" pitchFamily="2" charset="2"/>
              <a:buChar char="§"/>
            </a:pPr>
            <a:r>
              <a:rPr lang="en-US" sz="1400">
                <a:solidFill>
                  <a:srgbClr val="FF0000"/>
                </a:solidFill>
              </a:rPr>
              <a:t>Describe the changes to the version of the Model in Business Use for which approval is being sought.</a:t>
            </a:r>
          </a:p>
          <a:p>
            <a:pPr marL="468630" lvl="1" indent="-285750">
              <a:spcBef>
                <a:spcPts val="1200"/>
              </a:spcBef>
              <a:buFont typeface="Wingdings" panose="05000000000000000000" pitchFamily="2" charset="2"/>
              <a:buChar char="§"/>
            </a:pPr>
            <a:r>
              <a:rPr lang="en-US" sz="1400">
                <a:solidFill>
                  <a:srgbClr val="FF0000"/>
                </a:solidFill>
              </a:rPr>
              <a:t>Conclude with stating whether the changes to the Model are anticipated to have an impact on current credit ratings.</a:t>
            </a:r>
            <a:endParaRPr lang="en-GB" sz="1400">
              <a:solidFill>
                <a:srgbClr val="FF0000"/>
              </a:solidFill>
            </a:endParaRPr>
          </a:p>
          <a:p>
            <a:pPr marL="342900" indent="-342900">
              <a:buFont typeface="Arial" pitchFamily="34" charset="0"/>
              <a:buChar char="•"/>
            </a:pPr>
            <a:endParaRPr lang="en-GB" sz="1800"/>
          </a:p>
        </p:txBody>
      </p:sp>
      <p:sp>
        <p:nvSpPr>
          <p:cNvPr id="3" name="Slide Number Placeholder 2"/>
          <p:cNvSpPr>
            <a:spLocks noGrp="1"/>
          </p:cNvSpPr>
          <p:nvPr>
            <p:ph type="sldNum" sz="quarter" idx="16"/>
          </p:nvPr>
        </p:nvSpPr>
        <p:spPr/>
        <p:txBody>
          <a:bodyPr/>
          <a:lstStyle/>
          <a:p>
            <a:fld id="{D8C7B916-C5B8-B44E-8A57-C4F989E2FE98}" type="slidenum">
              <a:rPr lang="en-US" smtClean="0"/>
              <a:t>11</a:t>
            </a:fld>
            <a:endParaRPr lang="en-US"/>
          </a:p>
        </p:txBody>
      </p:sp>
      <p:sp>
        <p:nvSpPr>
          <p:cNvPr id="11" name="Title 10"/>
          <p:cNvSpPr>
            <a:spLocks noGrp="1"/>
          </p:cNvSpPr>
          <p:nvPr>
            <p:ph type="title"/>
          </p:nvPr>
        </p:nvSpPr>
        <p:spPr>
          <a:xfrm>
            <a:off x="227013" y="280846"/>
            <a:ext cx="8688387" cy="328753"/>
          </a:xfrm>
        </p:spPr>
        <p:txBody>
          <a:bodyPr/>
          <a:lstStyle/>
          <a:p>
            <a:r>
              <a:rPr lang="en-US" sz="1800"/>
              <a:t>7. Model Changes since last CMGC/Board Approved Version</a:t>
            </a:r>
          </a:p>
        </p:txBody>
      </p:sp>
    </p:spTree>
    <p:extLst>
      <p:ext uri="{BB962C8B-B14F-4D97-AF65-F5344CB8AC3E}">
        <p14:creationId xmlns:p14="http://schemas.microsoft.com/office/powerpoint/2010/main" val="4188657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6"/>
          </p:nvPr>
        </p:nvSpPr>
        <p:spPr/>
        <p:txBody>
          <a:bodyPr/>
          <a:lstStyle/>
          <a:p>
            <a:fld id="{D8C7B916-C5B8-B44E-8A57-C4F989E2FE98}" type="slidenum">
              <a:rPr lang="en-US" smtClean="0"/>
              <a:t>12</a:t>
            </a:fld>
            <a:endParaRPr lang="en-US"/>
          </a:p>
        </p:txBody>
      </p:sp>
      <p:sp>
        <p:nvSpPr>
          <p:cNvPr id="11" name="Title 10"/>
          <p:cNvSpPr>
            <a:spLocks noGrp="1"/>
          </p:cNvSpPr>
          <p:nvPr>
            <p:ph type="title"/>
          </p:nvPr>
        </p:nvSpPr>
        <p:spPr>
          <a:xfrm>
            <a:off x="227013" y="280846"/>
            <a:ext cx="8688387" cy="322404"/>
          </a:xfrm>
        </p:spPr>
        <p:txBody>
          <a:bodyPr/>
          <a:lstStyle/>
          <a:p>
            <a:r>
              <a:rPr lang="en-US" sz="1800"/>
              <a:t>8. Testing </a:t>
            </a:r>
            <a:r>
              <a:rPr lang="en-US" sz="1800">
                <a:solidFill>
                  <a:srgbClr val="D6002A"/>
                </a:solidFill>
              </a:rPr>
              <a:t>[delete this text: template for new architectural design models]</a:t>
            </a:r>
          </a:p>
        </p:txBody>
      </p:sp>
      <p:sp>
        <p:nvSpPr>
          <p:cNvPr id="6" name="TextBox 5">
            <a:extLst>
              <a:ext uri="{FF2B5EF4-FFF2-40B4-BE49-F238E27FC236}">
                <a16:creationId xmlns:a16="http://schemas.microsoft.com/office/drawing/2014/main" id="{588F72D7-D6BA-44AA-8CD8-F3CF3538BAA8}"/>
              </a:ext>
            </a:extLst>
          </p:cNvPr>
          <p:cNvSpPr txBox="1"/>
          <p:nvPr/>
        </p:nvSpPr>
        <p:spPr>
          <a:xfrm>
            <a:off x="262527" y="626148"/>
            <a:ext cx="8352555" cy="4893647"/>
          </a:xfrm>
          <a:prstGeom prst="rect">
            <a:avLst/>
          </a:prstGeom>
          <a:noFill/>
        </p:spPr>
        <p:txBody>
          <a:bodyPr wrap="square" rtlCol="0">
            <a:spAutoFit/>
          </a:bodyPr>
          <a:lstStyle/>
          <a:p>
            <a:pPr marL="285750" indent="-285750" algn="just">
              <a:buFont typeface="Arial" pitchFamily="34" charset="0"/>
              <a:buChar char="•"/>
            </a:pPr>
            <a:r>
              <a:rPr lang="en-US" sz="1200" b="0">
                <a:latin typeface="Arial" pitchFamily="34" charset="0"/>
                <a:cs typeface="Arial" pitchFamily="34" charset="0"/>
              </a:rPr>
              <a:t>The model has been tested by means of unit and integration testing.</a:t>
            </a:r>
          </a:p>
          <a:p>
            <a:pPr marL="285750" indent="-285750" algn="just">
              <a:buFont typeface="Arial" pitchFamily="34" charset="0"/>
              <a:buChar char="•"/>
            </a:pPr>
            <a:endParaRPr lang="en-US" sz="1200">
              <a:latin typeface="Arial" pitchFamily="34" charset="0"/>
              <a:cs typeface="Arial" pitchFamily="34" charset="0"/>
            </a:endParaRPr>
          </a:p>
          <a:p>
            <a:pPr marL="285750" indent="-285750" algn="just">
              <a:buFont typeface="Arial" pitchFamily="34" charset="0"/>
              <a:buChar char="•"/>
            </a:pPr>
            <a:r>
              <a:rPr lang="en-US" sz="1200" b="0">
                <a:latin typeface="Arial" pitchFamily="34" charset="0"/>
                <a:cs typeface="Arial" pitchFamily="34" charset="0"/>
              </a:rPr>
              <a:t>Unit testing involves independently testing individual components of a model to ensure they behave as expected.</a:t>
            </a:r>
          </a:p>
          <a:p>
            <a:pPr marL="285750" indent="-285750" algn="just">
              <a:buFont typeface="Arial" pitchFamily="34" charset="0"/>
              <a:buChar char="•"/>
            </a:pPr>
            <a:endParaRPr lang="en-US" sz="1200">
              <a:latin typeface="Arial" pitchFamily="34" charset="0"/>
              <a:cs typeface="Arial" pitchFamily="34" charset="0"/>
            </a:endParaRPr>
          </a:p>
          <a:p>
            <a:pPr marL="742950" lvl="1" indent="-285750" algn="just">
              <a:buFont typeface="Arial" pitchFamily="34" charset="0"/>
              <a:buChar char="•"/>
            </a:pPr>
            <a:r>
              <a:rPr lang="en-US" sz="1200" b="0">
                <a:latin typeface="Arial"/>
                <a:cs typeface="Arial"/>
              </a:rPr>
              <a:t>A total number of </a:t>
            </a:r>
            <a:r>
              <a:rPr lang="en-US" sz="1200">
                <a:solidFill>
                  <a:srgbClr val="D6002A"/>
                </a:solidFill>
                <a:latin typeface="Arial"/>
                <a:cs typeface="Arial"/>
              </a:rPr>
              <a:t>&lt;total unit tests&gt; </a:t>
            </a:r>
            <a:r>
              <a:rPr lang="en-US" sz="1200">
                <a:latin typeface="Arial"/>
                <a:cs typeface="Arial"/>
              </a:rPr>
              <a:t>unit </a:t>
            </a:r>
            <a:r>
              <a:rPr lang="en-US" sz="1200" b="0">
                <a:latin typeface="Arial"/>
                <a:cs typeface="Arial"/>
              </a:rPr>
              <a:t>test cases were created.</a:t>
            </a:r>
          </a:p>
          <a:p>
            <a:pPr marL="285750" indent="-285750" algn="just">
              <a:buFont typeface="Arial" pitchFamily="34" charset="0"/>
              <a:buChar char="•"/>
            </a:pPr>
            <a:endParaRPr lang="en-US" sz="1200">
              <a:latin typeface="Arial"/>
              <a:cs typeface="Arial"/>
            </a:endParaRPr>
          </a:p>
          <a:p>
            <a:pPr marL="742950" lvl="1" indent="-285750" algn="just">
              <a:buFont typeface="Arial" pitchFamily="34" charset="0"/>
              <a:buChar char="•"/>
            </a:pPr>
            <a:r>
              <a:rPr lang="en-US" sz="1200" b="0">
                <a:latin typeface="Arial"/>
                <a:cs typeface="Arial"/>
              </a:rPr>
              <a:t>The unit test coverage for all components comprising the model was </a:t>
            </a:r>
            <a:r>
              <a:rPr lang="en-US" sz="1200" b="0">
                <a:solidFill>
                  <a:srgbClr val="D6002A"/>
                </a:solidFill>
                <a:latin typeface="Arial"/>
                <a:cs typeface="Arial"/>
              </a:rPr>
              <a:t>&lt;x&gt;</a:t>
            </a:r>
            <a:r>
              <a:rPr lang="en-US" sz="1200" b="0">
                <a:latin typeface="Arial"/>
                <a:cs typeface="Arial"/>
              </a:rPr>
              <a:t> %.</a:t>
            </a:r>
          </a:p>
          <a:p>
            <a:pPr marL="285750" indent="-285750" algn="just">
              <a:buFont typeface="Arial" pitchFamily="34" charset="0"/>
              <a:buChar char="•"/>
            </a:pPr>
            <a:endParaRPr lang="en-US" sz="1200">
              <a:latin typeface="Arial"/>
              <a:cs typeface="Arial"/>
            </a:endParaRPr>
          </a:p>
          <a:p>
            <a:pPr marL="742950" lvl="1" indent="-285750" algn="just">
              <a:buFont typeface="Arial" pitchFamily="34" charset="0"/>
              <a:buChar char="•"/>
            </a:pPr>
            <a:r>
              <a:rPr lang="en-US" sz="1200">
                <a:solidFill>
                  <a:srgbClr val="D6002A"/>
                </a:solidFill>
                <a:latin typeface="Arial"/>
                <a:cs typeface="Arial"/>
              </a:rPr>
              <a:t>[delete bullet if not appropriate] </a:t>
            </a:r>
            <a:r>
              <a:rPr lang="en-US" sz="1200">
                <a:latin typeface="Arial"/>
                <a:cs typeface="Arial"/>
              </a:rPr>
              <a:t>A 100% test coverage was not achieved for the following reasons:</a:t>
            </a:r>
          </a:p>
          <a:p>
            <a:pPr marL="1200150" lvl="2" indent="-285750" algn="just">
              <a:buFont typeface="Arial" pitchFamily="34" charset="0"/>
              <a:buChar char="•"/>
            </a:pPr>
            <a:r>
              <a:rPr lang="en-US" sz="1200">
                <a:solidFill>
                  <a:srgbClr val="D6002A"/>
                </a:solidFill>
                <a:latin typeface="Arial"/>
                <a:cs typeface="Arial"/>
              </a:rPr>
              <a:t>&lt;reason 1&gt;</a:t>
            </a:r>
          </a:p>
          <a:p>
            <a:pPr marL="1200150" lvl="2" indent="-285750" algn="just">
              <a:buFont typeface="Arial" pitchFamily="34" charset="0"/>
              <a:buChar char="•"/>
            </a:pPr>
            <a:r>
              <a:rPr lang="en-US" sz="1200">
                <a:solidFill>
                  <a:srgbClr val="D6002A"/>
                </a:solidFill>
                <a:latin typeface="Arial"/>
                <a:cs typeface="Arial"/>
              </a:rPr>
              <a:t>&lt;reason 2&gt;</a:t>
            </a:r>
          </a:p>
          <a:p>
            <a:pPr marL="285750" indent="-285750" algn="just">
              <a:buFont typeface="Arial" pitchFamily="34" charset="0"/>
              <a:buChar char="•"/>
            </a:pPr>
            <a:endParaRPr lang="en-US" sz="1200">
              <a:solidFill>
                <a:srgbClr val="D6002A"/>
              </a:solidFill>
              <a:latin typeface="Arial"/>
              <a:cs typeface="Arial"/>
            </a:endParaRPr>
          </a:p>
          <a:p>
            <a:pPr marL="285750" indent="-285750" algn="just">
              <a:buFont typeface="Arial" pitchFamily="34" charset="0"/>
              <a:buChar char="•"/>
            </a:pPr>
            <a:r>
              <a:rPr lang="en-US" sz="1200">
                <a:latin typeface="Arial"/>
                <a:cs typeface="Arial"/>
              </a:rPr>
              <a:t>Integration tests complements unit testing, it ensures that components of a model work correctly to produce the accurate and expected ultimate results.</a:t>
            </a:r>
          </a:p>
          <a:p>
            <a:pPr marL="285750" indent="-285750" algn="just">
              <a:buFont typeface="Arial" pitchFamily="34" charset="0"/>
              <a:buChar char="•"/>
            </a:pPr>
            <a:endParaRPr lang="en-US" sz="1200">
              <a:solidFill>
                <a:srgbClr val="D6002A"/>
              </a:solidFill>
              <a:latin typeface="Arial"/>
              <a:cs typeface="Arial"/>
            </a:endParaRPr>
          </a:p>
          <a:p>
            <a:pPr marL="742950" lvl="1" indent="-285750" algn="just">
              <a:buFont typeface="Arial" pitchFamily="34" charset="0"/>
              <a:buChar char="•"/>
            </a:pPr>
            <a:r>
              <a:rPr lang="en-US" sz="1200">
                <a:solidFill>
                  <a:srgbClr val="D6002A"/>
                </a:solidFill>
                <a:latin typeface="Arial"/>
                <a:cs typeface="Arial"/>
              </a:rPr>
              <a:t>&lt;insert number of integration test scenarios</a:t>
            </a:r>
            <a:r>
              <a:rPr lang="en-US" sz="1200">
                <a:solidFill>
                  <a:srgbClr val="D53814"/>
                </a:solidFill>
                <a:latin typeface="Arial"/>
                <a:cs typeface="Arial"/>
              </a:rPr>
              <a:t>&gt;</a:t>
            </a:r>
            <a:r>
              <a:rPr lang="en-US" sz="1200">
                <a:latin typeface="Arial"/>
                <a:cs typeface="Arial"/>
              </a:rPr>
              <a:t> integration test scenarios were created to ensure end-to-end calculations behave as expected. </a:t>
            </a:r>
          </a:p>
          <a:p>
            <a:pPr marL="285750" indent="-285750" algn="just">
              <a:buFont typeface="Arial" pitchFamily="34" charset="0"/>
              <a:buChar char="•"/>
            </a:pPr>
            <a:endParaRPr lang="en-US" sz="1200">
              <a:latin typeface="Arial"/>
              <a:cs typeface="Arial"/>
            </a:endParaRPr>
          </a:p>
          <a:p>
            <a:pPr marL="742950" lvl="1" indent="-285750" algn="just">
              <a:buFont typeface="Arial" pitchFamily="34" charset="0"/>
              <a:buChar char="•"/>
            </a:pPr>
            <a:r>
              <a:rPr lang="en-US" sz="1200">
                <a:latin typeface="Arial"/>
                <a:cs typeface="Arial"/>
              </a:rPr>
              <a:t>All integration test scenarios passed and met expectations.</a:t>
            </a:r>
          </a:p>
          <a:p>
            <a:pPr marL="742950" lvl="1" indent="-285750" algn="just">
              <a:buFont typeface="Arial" pitchFamily="34" charset="0"/>
              <a:buChar char="•"/>
            </a:pPr>
            <a:endParaRPr lang="en-US" sz="1200">
              <a:solidFill>
                <a:srgbClr val="D6002A"/>
              </a:solidFill>
              <a:latin typeface="Arial"/>
              <a:cs typeface="Arial"/>
            </a:endParaRPr>
          </a:p>
          <a:p>
            <a:pPr marL="285750" indent="-285750" algn="just">
              <a:buFont typeface="Arial" pitchFamily="34" charset="0"/>
              <a:buChar char="•"/>
            </a:pPr>
            <a:r>
              <a:rPr lang="en-GB" sz="1200">
                <a:latin typeface="Arial"/>
                <a:cs typeface="Arial"/>
              </a:rPr>
              <a:t>End User Testing – The model was tested end to end using actual data, user inputs and outputs verified.</a:t>
            </a:r>
            <a:endParaRPr lang="en-US" sz="1200">
              <a:latin typeface="Arial"/>
              <a:cs typeface="Arial"/>
            </a:endParaRPr>
          </a:p>
          <a:p>
            <a:pPr marL="285750" indent="-285750" algn="just">
              <a:buFont typeface="Arial" pitchFamily="34" charset="0"/>
              <a:buChar char="•"/>
            </a:pPr>
            <a:endParaRPr lang="en-US" sz="1200">
              <a:latin typeface="Arial" pitchFamily="34" charset="0"/>
              <a:cs typeface="Arial" pitchFamily="34" charset="0"/>
            </a:endParaRPr>
          </a:p>
          <a:p>
            <a:pPr marL="285750" indent="-285750" algn="just">
              <a:buFont typeface="Arial" pitchFamily="34" charset="0"/>
              <a:buChar char="•"/>
            </a:pPr>
            <a:r>
              <a:rPr lang="en-US" sz="1200" b="0">
                <a:latin typeface="Arial" pitchFamily="34" charset="0"/>
                <a:cs typeface="Arial" pitchFamily="34" charset="0"/>
              </a:rPr>
              <a:t>There were </a:t>
            </a:r>
            <a:r>
              <a:rPr lang="en-US" sz="1200" b="0" u="sng">
                <a:latin typeface="Arial" pitchFamily="34" charset="0"/>
                <a:cs typeface="Arial" pitchFamily="34" charset="0"/>
              </a:rPr>
              <a:t>no</a:t>
            </a:r>
            <a:r>
              <a:rPr lang="en-US" sz="1200" b="0">
                <a:latin typeface="Arial" pitchFamily="34" charset="0"/>
                <a:cs typeface="Arial" pitchFamily="34" charset="0"/>
              </a:rPr>
              <a:t> issues reported during the unit test and the integration test runs. </a:t>
            </a:r>
          </a:p>
          <a:p>
            <a:pPr algn="just"/>
            <a:endParaRPr lang="en-US" sz="1200">
              <a:solidFill>
                <a:srgbClr val="D6002A"/>
              </a:solidFill>
              <a:latin typeface="Arial"/>
              <a:cs typeface="Arial"/>
            </a:endParaRPr>
          </a:p>
          <a:p>
            <a:pPr marL="742950" lvl="1" indent="-285750" algn="just">
              <a:buFont typeface="Arial" pitchFamily="34" charset="0"/>
              <a:buChar char="•"/>
            </a:pPr>
            <a:endParaRPr lang="en-US" sz="1200" b="0">
              <a:latin typeface="Arial"/>
              <a:cs typeface="Arial"/>
            </a:endParaRPr>
          </a:p>
        </p:txBody>
      </p:sp>
    </p:spTree>
    <p:extLst>
      <p:ext uri="{BB962C8B-B14F-4D97-AF65-F5344CB8AC3E}">
        <p14:creationId xmlns:p14="http://schemas.microsoft.com/office/powerpoint/2010/main" val="1278642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6"/>
          </p:nvPr>
        </p:nvSpPr>
        <p:spPr/>
        <p:txBody>
          <a:bodyPr/>
          <a:lstStyle/>
          <a:p>
            <a:fld id="{D8C7B916-C5B8-B44E-8A57-C4F989E2FE98}" type="slidenum">
              <a:rPr lang="en-US" smtClean="0"/>
              <a:t>13</a:t>
            </a:fld>
            <a:endParaRPr lang="en-US"/>
          </a:p>
        </p:txBody>
      </p:sp>
      <p:sp>
        <p:nvSpPr>
          <p:cNvPr id="11" name="Title 10"/>
          <p:cNvSpPr>
            <a:spLocks noGrp="1"/>
          </p:cNvSpPr>
          <p:nvPr>
            <p:ph type="title"/>
          </p:nvPr>
        </p:nvSpPr>
        <p:spPr>
          <a:xfrm>
            <a:off x="227013" y="280846"/>
            <a:ext cx="8688387" cy="322404"/>
          </a:xfrm>
        </p:spPr>
        <p:txBody>
          <a:bodyPr/>
          <a:lstStyle/>
          <a:p>
            <a:r>
              <a:rPr lang="en-US" sz="1800"/>
              <a:t>8. Testing </a:t>
            </a:r>
            <a:r>
              <a:rPr lang="en-US" sz="1800">
                <a:solidFill>
                  <a:srgbClr val="D6002A"/>
                </a:solidFill>
              </a:rPr>
              <a:t>[delete this text: template for legacy models]</a:t>
            </a:r>
            <a:endParaRPr lang="en-US" sz="1800"/>
          </a:p>
        </p:txBody>
      </p:sp>
      <p:sp>
        <p:nvSpPr>
          <p:cNvPr id="6" name="TextBox 5">
            <a:extLst>
              <a:ext uri="{FF2B5EF4-FFF2-40B4-BE49-F238E27FC236}">
                <a16:creationId xmlns:a16="http://schemas.microsoft.com/office/drawing/2014/main" id="{588F72D7-D6BA-44AA-8CD8-F3CF3538BAA8}"/>
              </a:ext>
            </a:extLst>
          </p:cNvPr>
          <p:cNvSpPr txBox="1"/>
          <p:nvPr/>
        </p:nvSpPr>
        <p:spPr>
          <a:xfrm>
            <a:off x="262527" y="606526"/>
            <a:ext cx="8437853" cy="3416320"/>
          </a:xfrm>
          <a:prstGeom prst="rect">
            <a:avLst/>
          </a:prstGeom>
          <a:noFill/>
        </p:spPr>
        <p:txBody>
          <a:bodyPr wrap="square" rtlCol="0">
            <a:spAutoFit/>
          </a:bodyPr>
          <a:lstStyle/>
          <a:p>
            <a:pPr algn="just"/>
            <a:endParaRPr lang="en-US" sz="1200" b="0">
              <a:latin typeface="Arial" pitchFamily="34" charset="0"/>
              <a:cs typeface="Arial" pitchFamily="34" charset="0"/>
            </a:endParaRPr>
          </a:p>
          <a:p>
            <a:pPr marL="285750" indent="-285750" algn="just">
              <a:buFont typeface="Arial" pitchFamily="34" charset="0"/>
              <a:buChar char="•"/>
            </a:pPr>
            <a:r>
              <a:rPr lang="en-US" sz="1200" b="0">
                <a:latin typeface="Arial" pitchFamily="34" charset="0"/>
                <a:cs typeface="Arial" pitchFamily="34" charset="0"/>
              </a:rPr>
              <a:t>Our testing framework ensures the model’s components are correctly integrated and implemented to return expected results for a given set of inputs.  </a:t>
            </a:r>
          </a:p>
          <a:p>
            <a:pPr marL="285750" indent="-285750" algn="just">
              <a:buFont typeface="Arial" pitchFamily="34" charset="0"/>
              <a:buChar char="•"/>
            </a:pPr>
            <a:endParaRPr lang="en-US" sz="1200">
              <a:latin typeface="Arial"/>
              <a:cs typeface="Arial"/>
            </a:endParaRPr>
          </a:p>
          <a:p>
            <a:pPr marL="285750" indent="-285750" algn="just">
              <a:buFont typeface="Arial" pitchFamily="34" charset="0"/>
              <a:buChar char="•"/>
            </a:pPr>
            <a:r>
              <a:rPr lang="en-GB" sz="1200">
                <a:latin typeface="Arial"/>
                <a:cs typeface="Arial"/>
              </a:rPr>
              <a:t>The following types of tests were used to ensure model quality:</a:t>
            </a:r>
          </a:p>
          <a:p>
            <a:pPr marL="285750" indent="-285750" algn="just">
              <a:buFont typeface="Arial" pitchFamily="34" charset="0"/>
              <a:buChar char="•"/>
            </a:pPr>
            <a:endParaRPr lang="en-GB" sz="1200">
              <a:latin typeface="Arial"/>
              <a:cs typeface="Arial"/>
            </a:endParaRPr>
          </a:p>
          <a:p>
            <a:pPr marL="742950" lvl="1" indent="-285750" algn="just">
              <a:buFont typeface="Arial" pitchFamily="34" charset="0"/>
              <a:buChar char="•"/>
            </a:pPr>
            <a:r>
              <a:rPr lang="en-GB" sz="1200">
                <a:latin typeface="Arial"/>
                <a:cs typeface="Arial"/>
              </a:rPr>
              <a:t>Integration Testing - Compared model outputs to those generated by alternative implementation of the model. The alternative implementation was based on the model specification document with reference to the Criteria.</a:t>
            </a:r>
          </a:p>
          <a:p>
            <a:pPr marL="742950" lvl="1" indent="-285750" algn="just">
              <a:buFont typeface="Arial" pitchFamily="34" charset="0"/>
              <a:buChar char="•"/>
            </a:pPr>
            <a:endParaRPr lang="en-GB" sz="1200">
              <a:latin typeface="Arial"/>
              <a:cs typeface="Arial"/>
            </a:endParaRPr>
          </a:p>
          <a:p>
            <a:pPr marL="742950" lvl="1" indent="-285750" algn="just">
              <a:buFont typeface="Arial" pitchFamily="34" charset="0"/>
              <a:buChar char="•"/>
            </a:pPr>
            <a:r>
              <a:rPr lang="en-GB" sz="1200">
                <a:latin typeface="Arial"/>
                <a:cs typeface="Arial"/>
              </a:rPr>
              <a:t>End User Testing – The model was tested end to end using actual data and user inputs and verified the outputs.</a:t>
            </a:r>
            <a:endParaRPr lang="en-US" sz="1200">
              <a:latin typeface="Arial"/>
              <a:cs typeface="Arial"/>
            </a:endParaRPr>
          </a:p>
          <a:p>
            <a:pPr marL="285750" indent="-285750" algn="just">
              <a:buFont typeface="Arial" pitchFamily="34" charset="0"/>
              <a:buChar char="•"/>
            </a:pPr>
            <a:endParaRPr lang="en-US" sz="1200">
              <a:latin typeface="Arial" pitchFamily="34" charset="0"/>
              <a:cs typeface="Arial" pitchFamily="34" charset="0"/>
            </a:endParaRPr>
          </a:p>
          <a:p>
            <a:pPr marL="285750" indent="-285750" algn="just">
              <a:buFont typeface="Arial" pitchFamily="34" charset="0"/>
              <a:buChar char="•"/>
            </a:pPr>
            <a:r>
              <a:rPr lang="en-US" sz="1200">
                <a:solidFill>
                  <a:srgbClr val="C00000"/>
                </a:solidFill>
                <a:latin typeface="Arial" pitchFamily="34" charset="0"/>
                <a:cs typeface="Arial" pitchFamily="34" charset="0"/>
              </a:rPr>
              <a:t>&lt;Total # of test cases&gt; </a:t>
            </a:r>
            <a:r>
              <a:rPr lang="en-US" sz="1200">
                <a:latin typeface="Arial" pitchFamily="34" charset="0"/>
                <a:cs typeface="Arial" pitchFamily="34" charset="0"/>
              </a:rPr>
              <a:t>test cases were designed to maximize the invocation of all computational paths within the model. This included standard modelling scenarios but also, edge cases to invoke appropriate boundary conditions where applicable. </a:t>
            </a:r>
          </a:p>
          <a:p>
            <a:pPr marL="285750" indent="-285750" algn="just">
              <a:buFont typeface="Arial" pitchFamily="34" charset="0"/>
              <a:buChar char="•"/>
            </a:pPr>
            <a:endParaRPr lang="en-US" sz="1200" b="1">
              <a:latin typeface="Arial" pitchFamily="34" charset="0"/>
              <a:cs typeface="Arial" pitchFamily="34" charset="0"/>
            </a:endParaRPr>
          </a:p>
          <a:p>
            <a:pPr marL="285750" indent="-285750" algn="just">
              <a:buFont typeface="Arial" pitchFamily="34" charset="0"/>
              <a:buChar char="•"/>
            </a:pPr>
            <a:r>
              <a:rPr lang="en-GB" sz="1200">
                <a:latin typeface="Arial" pitchFamily="34" charset="0"/>
                <a:cs typeface="Arial" pitchFamily="34" charset="0"/>
              </a:rPr>
              <a:t>As testing progressed, some inconsistencies were found. All issues with the model were corrected and all test cases passed using the final revised model version</a:t>
            </a:r>
            <a:endParaRPr lang="en-US" sz="1200">
              <a:latin typeface="Arial"/>
              <a:cs typeface="Arial"/>
            </a:endParaRPr>
          </a:p>
          <a:p>
            <a:pPr marL="285750" indent="-285750" algn="just">
              <a:buFont typeface="Arial" pitchFamily="34" charset="0"/>
              <a:buChar char="•"/>
            </a:pPr>
            <a:endParaRPr lang="en-US" sz="1200">
              <a:latin typeface="Arial" pitchFamily="34" charset="0"/>
              <a:cs typeface="Arial" pitchFamily="34" charset="0"/>
            </a:endParaRPr>
          </a:p>
        </p:txBody>
      </p:sp>
    </p:spTree>
    <p:extLst>
      <p:ext uri="{BB962C8B-B14F-4D97-AF65-F5344CB8AC3E}">
        <p14:creationId xmlns:p14="http://schemas.microsoft.com/office/powerpoint/2010/main" val="2098512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quarter" idx="13"/>
          </p:nvPr>
        </p:nvSpPr>
        <p:spPr>
          <a:xfrm>
            <a:off x="227012" y="706438"/>
            <a:ext cx="8688387" cy="5124451"/>
          </a:xfrm>
        </p:spPr>
        <p:txBody>
          <a:bodyPr/>
          <a:lstStyle/>
          <a:p>
            <a:endParaRPr lang="en-US" sz="1600" b="0"/>
          </a:p>
          <a:p>
            <a:pPr marL="400050" indent="-400050">
              <a:buAutoNum type="romanLcPeriod"/>
            </a:pPr>
            <a:endParaRPr lang="en-US" sz="1600" b="0"/>
          </a:p>
          <a:p>
            <a:pPr marL="400050" indent="-400050">
              <a:buAutoNum type="romanLcPeriod"/>
            </a:pPr>
            <a:endParaRPr lang="en-US" sz="1600" b="0"/>
          </a:p>
          <a:p>
            <a:endParaRPr lang="en-US" sz="1600" b="0"/>
          </a:p>
          <a:p>
            <a:endParaRPr lang="en-US" sz="1600" b="0"/>
          </a:p>
          <a:p>
            <a:endParaRPr lang="en-US" sz="1600" b="0"/>
          </a:p>
          <a:p>
            <a:endParaRPr lang="en-US" sz="1600"/>
          </a:p>
          <a:p>
            <a:pPr marL="400050" indent="-400050">
              <a:buFont typeface="+mj-lt"/>
              <a:buAutoNum type="romanLcPeriod"/>
            </a:pPr>
            <a:endParaRPr lang="en-US" sz="1600" b="0"/>
          </a:p>
          <a:p>
            <a:endParaRPr lang="en-US" sz="1600"/>
          </a:p>
          <a:p>
            <a:endParaRPr lang="en-GB" sz="1600"/>
          </a:p>
          <a:p>
            <a:pPr marL="342900" indent="-342900">
              <a:buFont typeface="Arial" pitchFamily="34" charset="0"/>
              <a:buChar char="•"/>
            </a:pPr>
            <a:endParaRPr lang="en-GB"/>
          </a:p>
        </p:txBody>
      </p:sp>
      <p:sp>
        <p:nvSpPr>
          <p:cNvPr id="3" name="Slide Number Placeholder 2"/>
          <p:cNvSpPr>
            <a:spLocks noGrp="1"/>
          </p:cNvSpPr>
          <p:nvPr>
            <p:ph type="sldNum" sz="quarter" idx="16"/>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defRPr/>
            </a:pPr>
            <a:fld id="{D8C7B916-C5B8-B44E-8A57-C4F989E2FE98}" type="slidenum">
              <a:rPr kumimoji="0" lang="en-US" sz="1000" b="0" i="0" u="none" strike="noStrike" kern="1200" cap="none" spc="0" normalizeH="0" baseline="0" noProof="0" smtClean="0">
                <a:ln>
                  <a:noFill/>
                </a:ln>
                <a:solidFill>
                  <a:srgbClr val="000000"/>
                </a:solidFill>
                <a:effectLst/>
                <a:uLnTx/>
                <a:uFillTx/>
                <a:latin typeface="Arial Regular" charset="0"/>
                <a:ea typeface="MS PGothic" charset="0"/>
              </a:rPr>
              <a:pPr marL="0" marR="0" lvl="0" indent="0" algn="r" defTabSz="457200" rtl="0" eaLnBrk="1" fontAlgn="base" latinLnBrk="0" hangingPunct="1">
                <a:lnSpc>
                  <a:spcPct val="100000"/>
                </a:lnSpc>
                <a:spcBef>
                  <a:spcPct val="0"/>
                </a:spcBef>
                <a:spcAft>
                  <a:spcPct val="0"/>
                </a:spcAft>
                <a:buClrTx/>
                <a:buSzTx/>
                <a:buFontTx/>
                <a:buNone/>
                <a:defRPr/>
              </a:pPr>
              <a:t>14</a:t>
            </a:fld>
            <a:endParaRPr kumimoji="0" lang="en-US" sz="1000" b="0" i="0" u="none" strike="noStrike" kern="1200" cap="none" spc="0" normalizeH="0" baseline="0" noProof="0">
              <a:ln>
                <a:noFill/>
              </a:ln>
              <a:solidFill>
                <a:srgbClr val="000000"/>
              </a:solidFill>
              <a:effectLst/>
              <a:uLnTx/>
              <a:uFillTx/>
              <a:latin typeface="Arial Regular" charset="0"/>
              <a:ea typeface="MS PGothic" charset="0"/>
            </a:endParaRPr>
          </a:p>
        </p:txBody>
      </p:sp>
      <p:sp>
        <p:nvSpPr>
          <p:cNvPr id="11" name="Title 10"/>
          <p:cNvSpPr>
            <a:spLocks noGrp="1"/>
          </p:cNvSpPr>
          <p:nvPr>
            <p:ph type="title"/>
          </p:nvPr>
        </p:nvSpPr>
        <p:spPr>
          <a:xfrm>
            <a:off x="227013" y="280846"/>
            <a:ext cx="8688387" cy="425592"/>
          </a:xfrm>
        </p:spPr>
        <p:txBody>
          <a:bodyPr/>
          <a:lstStyle/>
          <a:p>
            <a:pPr lvl="0"/>
            <a:r>
              <a:rPr lang="en-US" sz="1800"/>
              <a:t>9. Back-Testing: </a:t>
            </a:r>
            <a:br>
              <a:rPr lang="en-US" sz="1800"/>
            </a:br>
            <a:br>
              <a:rPr lang="en-US" sz="1800"/>
            </a:br>
            <a:r>
              <a:rPr lang="en-US" sz="1400">
                <a:solidFill>
                  <a:srgbClr val="FF0000"/>
                </a:solidFill>
              </a:rPr>
              <a:t>[Delete this text:</a:t>
            </a:r>
            <a:br>
              <a:rPr lang="en-US" sz="1400">
                <a:solidFill>
                  <a:srgbClr val="FF0000"/>
                </a:solidFill>
              </a:rPr>
            </a:br>
            <a:r>
              <a:rPr lang="en-US" sz="1400">
                <a:solidFill>
                  <a:srgbClr val="FF0000"/>
                </a:solidFill>
              </a:rPr>
              <a:t>If the Covered Model relies solely on Criteria Validation back-testing (as per the Model listing maintained by AQV Ops), this slide will be completed by AQV at the same time the Model Validation Report is issued. AQV will describe here the performance metrics for the model’s applicable Criteria consistent with Section 5 “Outcomes Analysis” of the Model Validation Report.</a:t>
            </a:r>
            <a:br>
              <a:rPr lang="en-US" sz="1400">
                <a:solidFill>
                  <a:srgbClr val="FF0000"/>
                </a:solidFill>
              </a:rPr>
            </a:br>
            <a:br>
              <a:rPr lang="en-US" sz="1400">
                <a:solidFill>
                  <a:srgbClr val="FF0000"/>
                </a:solidFill>
              </a:rPr>
            </a:br>
            <a:r>
              <a:rPr lang="en-US" sz="1400">
                <a:solidFill>
                  <a:srgbClr val="FF0000"/>
                </a:solidFill>
              </a:rPr>
              <a:t>If, on the other hand, the Covered Model does not solely rely on Criteria Validation back-testing, this slide will be provided by the Model Owner by adding the specific back-testing analysis that was done for this model.]</a:t>
            </a:r>
            <a:br>
              <a:rPr lang="en-US" sz="1400">
                <a:solidFill>
                  <a:srgbClr val="FF0000"/>
                </a:solidFill>
              </a:rPr>
            </a:br>
            <a:endParaRPr lang="en-US" sz="1400">
              <a:solidFill>
                <a:srgbClr val="FF0000"/>
              </a:solidFill>
            </a:endParaRPr>
          </a:p>
        </p:txBody>
      </p:sp>
      <p:sp>
        <p:nvSpPr>
          <p:cNvPr id="7" name="Content Placeholder 5"/>
          <p:cNvSpPr txBox="1"/>
          <p:nvPr/>
        </p:nvSpPr>
        <p:spPr>
          <a:xfrm>
            <a:off x="457200" y="987396"/>
            <a:ext cx="8458199" cy="5248275"/>
          </a:xfrm>
          <a:prstGeom prst="rect">
            <a:avLst/>
          </a:prstGeom>
          <a:ln cap="flat">
            <a:noFill/>
            <a:miter lim="800000"/>
          </a:ln>
        </p:spPr>
        <p:txBody>
          <a:bodyPr vert="horz" wrap="square" lIns="0" tIns="0" rIns="0" bIns="0" rtlCol="0">
            <a:noAutofit/>
          </a:bodyPr>
          <a:lstStyle>
            <a:lvl1pPr marL="0" indent="0" algn="l" defTabSz="457200" rtl="0" eaLnBrk="1" latinLnBrk="0" hangingPunct="1">
              <a:lnSpc>
                <a:spcPct val="95000"/>
              </a:lnSpc>
              <a:spcBef>
                <a:spcPts val="1200"/>
              </a:spcBef>
              <a:buFont typeface="Arial"/>
              <a:buNone/>
              <a:defRPr lang="en-US" sz="2000" b="1" kern="1200" smtClean="0">
                <a:solidFill>
                  <a:schemeClr val="tx1"/>
                </a:solidFill>
                <a:latin typeface="+mn-lt"/>
                <a:ea typeface="+mn-ea"/>
                <a:cs typeface="+mn-cs"/>
              </a:defRPr>
            </a:lvl1pPr>
            <a:lvl2pPr marL="233363" indent="-233363" algn="l" defTabSz="457200" rtl="0" eaLnBrk="1" latinLnBrk="0" hangingPunct="1">
              <a:lnSpc>
                <a:spcPct val="95000"/>
              </a:lnSpc>
              <a:spcBef>
                <a:spcPts val="1200"/>
              </a:spcBef>
              <a:buFont typeface="Arial" pitchFamily="34" charset="0"/>
              <a:buChar char="•"/>
              <a:defRPr lang="en-US" sz="2000" b="1" kern="1200" smtClean="0">
                <a:solidFill>
                  <a:schemeClr val="tx1"/>
                </a:solidFill>
                <a:latin typeface="+mn-lt"/>
                <a:ea typeface="+mn-ea"/>
                <a:cs typeface="+mn-cs"/>
              </a:defRPr>
            </a:lvl2pPr>
            <a:lvl3pPr marL="630238" indent="-173038" algn="l" defTabSz="457200" rtl="0" eaLnBrk="1" latinLnBrk="0" hangingPunct="1">
              <a:lnSpc>
                <a:spcPct val="95000"/>
              </a:lnSpc>
              <a:spcBef>
                <a:spcPts val="300"/>
              </a:spcBef>
              <a:buFont typeface="Arial"/>
              <a:buChar char="•"/>
              <a:defRPr lang="en-US" sz="1600" b="0" kern="1200" smtClean="0">
                <a:solidFill>
                  <a:schemeClr val="tx1"/>
                </a:solidFill>
                <a:latin typeface="Times New Roman" pitchFamily="18" charset="0"/>
                <a:ea typeface="+mn-ea"/>
                <a:cs typeface="Times New Roman" pitchFamily="18" charset="0"/>
              </a:defRPr>
            </a:lvl3pPr>
            <a:lvl4pPr marL="1025525" indent="-171450" algn="l" defTabSz="457200" rtl="0" eaLnBrk="1" latinLnBrk="0" hangingPunct="1">
              <a:lnSpc>
                <a:spcPct val="95000"/>
              </a:lnSpc>
              <a:spcBef>
                <a:spcPts val="300"/>
              </a:spcBef>
              <a:buFont typeface="Arial" pitchFamily="34" charset="0"/>
              <a:buChar char="•"/>
              <a:defRPr lang="en-US" sz="1400" b="0" kern="1200" smtClean="0">
                <a:solidFill>
                  <a:schemeClr val="tx1"/>
                </a:solidFill>
                <a:latin typeface="Times New Roman" pitchFamily="18" charset="0"/>
                <a:ea typeface="+mn-ea"/>
                <a:cs typeface="Times New Roman" pitchFamily="18" charset="0"/>
              </a:defRPr>
            </a:lvl4pPr>
            <a:lvl5pPr marL="1311275" indent="-163513" algn="l" defTabSz="457200" rtl="0" eaLnBrk="1" latinLnBrk="0" hangingPunct="1">
              <a:lnSpc>
                <a:spcPct val="95000"/>
              </a:lnSpc>
              <a:spcBef>
                <a:spcPts val="300"/>
              </a:spcBef>
              <a:buFont typeface="Arial" pitchFamily="34" charset="0"/>
              <a:buChar char="•"/>
              <a:defRPr lang="en-US" sz="1200" b="0" kern="1200">
                <a:solidFill>
                  <a:schemeClr val="tx1"/>
                </a:solidFill>
                <a:latin typeface="Times New Roman" pitchFamily="18" charset="0"/>
                <a:ea typeface="+mn-ea"/>
                <a:cs typeface="Times New Roman" pitchFamily="18"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base" latinLnBrk="0" hangingPunct="1">
              <a:lnSpc>
                <a:spcPct val="95000"/>
              </a:lnSpc>
              <a:spcBef>
                <a:spcPts val="1200"/>
              </a:spcBef>
              <a:spcAft>
                <a:spcPct val="0"/>
              </a:spcAft>
              <a:buClrTx/>
              <a:buSzTx/>
              <a:buFont typeface="Arial"/>
              <a:buNone/>
              <a:defRPr/>
            </a:pPr>
            <a:endParaRPr kumimoji="0" lang="en-US" sz="1600" b="1"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457200" rtl="0" eaLnBrk="1" fontAlgn="base" latinLnBrk="0" hangingPunct="1">
              <a:lnSpc>
                <a:spcPct val="95000"/>
              </a:lnSpc>
              <a:spcBef>
                <a:spcPts val="1200"/>
              </a:spcBef>
              <a:spcAft>
                <a:spcPct val="0"/>
              </a:spcAft>
              <a:buClrTx/>
              <a:buSzTx/>
              <a:buFont typeface="Arial"/>
              <a:buNone/>
              <a:defRPr/>
            </a:pPr>
            <a:endParaRPr kumimoji="0" lang="en-US" sz="1600" b="1" i="0" u="none" strike="noStrike" kern="1200" cap="none" spc="0" normalizeH="0" baseline="0" noProof="0">
              <a:ln>
                <a:noFill/>
              </a:ln>
              <a:solidFill>
                <a:prstClr val="black"/>
              </a:solidFill>
              <a:effectLst/>
              <a:uLnTx/>
              <a:uFillTx/>
              <a:latin typeface="Calibri"/>
              <a:ea typeface="+mn-ea"/>
              <a:cs typeface="+mn-cs"/>
            </a:endParaRPr>
          </a:p>
          <a:p>
            <a:pPr marL="342900" marR="0" lvl="0" indent="-342900" algn="l" defTabSz="457200" rtl="0" eaLnBrk="1" fontAlgn="base" latinLnBrk="0" hangingPunct="1">
              <a:lnSpc>
                <a:spcPct val="95000"/>
              </a:lnSpc>
              <a:spcBef>
                <a:spcPts val="1200"/>
              </a:spcBef>
              <a:spcAft>
                <a:spcPct val="0"/>
              </a:spcAft>
              <a:buClrTx/>
              <a:buSzTx/>
              <a:buFont typeface="Arial" pitchFamily="34" charset="0"/>
              <a:buChar char="•"/>
              <a:defRPr/>
            </a:pPr>
            <a:endParaRPr kumimoji="0" lang="en-US" sz="2000" b="1"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11492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a:xfrm>
            <a:off x="227806" y="648482"/>
            <a:ext cx="8688387" cy="5912574"/>
          </a:xfrm>
        </p:spPr>
        <p:txBody>
          <a:bodyPr/>
          <a:lstStyle/>
          <a:p>
            <a:r>
              <a:rPr lang="en-US" sz="1400">
                <a:solidFill>
                  <a:srgbClr val="FF0000"/>
                </a:solidFill>
              </a:rPr>
              <a:t>[Delete this text: this slide will be completed by AQV at the same time the Model Validation Report is issued]</a:t>
            </a:r>
          </a:p>
          <a:p>
            <a:pPr marL="457200" indent="-457200">
              <a:spcBef>
                <a:spcPct val="0"/>
              </a:spcBef>
              <a:buAutoNum type="arabicPeriod"/>
            </a:pPr>
            <a:r>
              <a:rPr lang="en-GB" sz="1400"/>
              <a:t>Validation Team:</a:t>
            </a:r>
          </a:p>
          <a:p>
            <a:pPr marL="628650" lvl="1" indent="-171450">
              <a:spcBef>
                <a:spcPct val="0"/>
              </a:spcBef>
              <a:spcAft>
                <a:spcPct val="0"/>
              </a:spcAft>
              <a:buFont typeface="Arial" pitchFamily="34" charset="0"/>
              <a:buChar char="•"/>
            </a:pPr>
            <a:r>
              <a:rPr lang="en-US" sz="1400" b="0">
                <a:latin typeface="Arial" pitchFamily="34" charset="0"/>
                <a:cs typeface="Arial" pitchFamily="34" charset="0"/>
              </a:rPr>
              <a:t>Lead Validator: &lt;Name&gt;</a:t>
            </a:r>
          </a:p>
          <a:p>
            <a:pPr marL="628650" lvl="1" indent="-171450">
              <a:spcBef>
                <a:spcPct val="0"/>
              </a:spcBef>
              <a:spcAft>
                <a:spcPct val="0"/>
              </a:spcAft>
              <a:buFont typeface="Arial" pitchFamily="34" charset="0"/>
              <a:buChar char="•"/>
            </a:pPr>
            <a:r>
              <a:rPr lang="en-US" sz="1400" b="0">
                <a:latin typeface="Arial" pitchFamily="34" charset="0"/>
                <a:cs typeface="Arial" pitchFamily="34" charset="0"/>
              </a:rPr>
              <a:t>Support Validator: &lt;Name&gt; </a:t>
            </a:r>
            <a:r>
              <a:rPr lang="en-US" sz="1400" b="0">
                <a:solidFill>
                  <a:srgbClr val="FF0000"/>
                </a:solidFill>
                <a:latin typeface="Arial" pitchFamily="34" charset="0"/>
                <a:cs typeface="Arial" pitchFamily="34" charset="0"/>
              </a:rPr>
              <a:t>[if any; delete this item if no support validator]</a:t>
            </a:r>
          </a:p>
          <a:p>
            <a:pPr marL="628650" lvl="1" indent="-171450">
              <a:spcBef>
                <a:spcPct val="0"/>
              </a:spcBef>
              <a:spcAft>
                <a:spcPct val="0"/>
              </a:spcAft>
              <a:buFont typeface="Arial" pitchFamily="34" charset="0"/>
              <a:buChar char="•"/>
            </a:pPr>
            <a:r>
              <a:rPr lang="en-US" sz="1400" b="0">
                <a:latin typeface="Arial" pitchFamily="34" charset="0"/>
                <a:cs typeface="Arial" pitchFamily="34" charset="0"/>
              </a:rPr>
              <a:t>Designated Approver: &lt;Name&gt;</a:t>
            </a:r>
          </a:p>
          <a:p>
            <a:pPr marL="457200" indent="-457200">
              <a:spcBef>
                <a:spcPct val="0"/>
              </a:spcBef>
              <a:buAutoNum type="arabicPeriod"/>
            </a:pPr>
            <a:endParaRPr lang="en-US" sz="1400"/>
          </a:p>
          <a:p>
            <a:pPr marL="457200" indent="-457200">
              <a:spcBef>
                <a:spcPct val="0"/>
              </a:spcBef>
              <a:buAutoNum type="arabicPeriod"/>
            </a:pPr>
            <a:r>
              <a:rPr lang="en-US" sz="1400" b="1">
                <a:latin typeface="Arial"/>
                <a:ea typeface="MS PGothic" charset="0"/>
                <a:cs typeface="Arial"/>
              </a:rPr>
              <a:t>Summary of Validation Fieldwork: </a:t>
            </a:r>
            <a:r>
              <a:rPr lang="en-US" sz="1400" b="0">
                <a:solidFill>
                  <a:srgbClr val="FF0000"/>
                </a:solidFill>
              </a:rPr>
              <a:t>[Provide summary description of when validation work was completed and the scope of validation work. For multi-phase validations, describe for each phase when it was completed, what it covered or focused on, and the versions/dates of applicable Criteria the model was validated to.]</a:t>
            </a:r>
          </a:p>
          <a:p>
            <a:pPr marL="457200" indent="-457200">
              <a:spcBef>
                <a:spcPct val="0"/>
              </a:spcBef>
              <a:buAutoNum type="arabicPeriod"/>
            </a:pPr>
            <a:endParaRPr lang="en-US" sz="1400"/>
          </a:p>
          <a:p>
            <a:pPr marL="457200" indent="-457200">
              <a:spcBef>
                <a:spcPct val="0"/>
              </a:spcBef>
              <a:buAutoNum type="arabicPeriod"/>
            </a:pPr>
            <a:r>
              <a:rPr lang="en-US" sz="1400" b="1">
                <a:latin typeface="Arial"/>
                <a:cs typeface="Arial"/>
              </a:rPr>
              <a:t>Comments/Findings: </a:t>
            </a:r>
            <a:r>
              <a:rPr lang="en-US" sz="1400" b="0">
                <a:solidFill>
                  <a:srgbClr val="FF0000"/>
                </a:solidFill>
              </a:rPr>
              <a:t>[Provide summary description of the Comments/Findings identified during validation. For multi-phase validations, indicate the Phase of the validation when the finding was identified]</a:t>
            </a:r>
          </a:p>
          <a:p>
            <a:pPr marL="457200" indent="-457200">
              <a:spcBef>
                <a:spcPct val="0"/>
              </a:spcBef>
              <a:buAutoNum type="arabicPeriod"/>
            </a:pPr>
            <a:endParaRPr lang="en-US" sz="1400"/>
          </a:p>
          <a:p>
            <a:pPr marL="457200" indent="-457200">
              <a:spcBef>
                <a:spcPct val="0"/>
              </a:spcBef>
              <a:buFont typeface="Arial"/>
              <a:buAutoNum type="arabicPeriod"/>
            </a:pPr>
            <a:r>
              <a:rPr lang="en-US" sz="1400">
                <a:latin typeface="Arial"/>
                <a:cs typeface="Arial"/>
              </a:rPr>
              <a:t>All identified issues have been fixed </a:t>
            </a:r>
            <a:r>
              <a:rPr lang="en-US" sz="1400" b="0">
                <a:latin typeface="Arial"/>
                <a:cs typeface="Arial"/>
              </a:rPr>
              <a:t>before the report was issued, and all Comments have been Resolved. AQV’s overall assessment of the </a:t>
            </a:r>
            <a:r>
              <a:rPr lang="en-US" sz="1400">
                <a:latin typeface="Arial"/>
                <a:cs typeface="Arial"/>
              </a:rPr>
              <a:t>model is Satisfactory </a:t>
            </a:r>
            <a:r>
              <a:rPr lang="en-US" sz="1400" b="0">
                <a:solidFill>
                  <a:srgbClr val="FF0000"/>
                </a:solidFill>
              </a:rPr>
              <a:t>[Revise this validation assessment summary statement if necessary]</a:t>
            </a:r>
          </a:p>
          <a:p>
            <a:pPr marL="457200" indent="-457200">
              <a:spcBef>
                <a:spcPct val="0"/>
              </a:spcBef>
              <a:buFont typeface="Arial"/>
              <a:buAutoNum type="arabicPeriod"/>
            </a:pPr>
            <a:endParaRPr lang="en-US" sz="1400" b="0">
              <a:solidFill>
                <a:srgbClr val="FF0000"/>
              </a:solidFill>
            </a:endParaRPr>
          </a:p>
          <a:p>
            <a:pPr marL="457200" indent="-457200">
              <a:spcBef>
                <a:spcPct val="0"/>
              </a:spcBef>
              <a:buFont typeface="Arial"/>
              <a:buAutoNum type="arabicPeriod"/>
            </a:pPr>
            <a:r>
              <a:rPr lang="en-US" sz="1400" b="1">
                <a:latin typeface="Arial"/>
                <a:cs typeface="Arial"/>
              </a:rPr>
              <a:t>All the necessary documents and files for model development, governance and validation have been appropriately stored in the Model Repository (MDTS).</a:t>
            </a:r>
            <a:r>
              <a:rPr lang="en-US" sz="1400" b="0">
                <a:solidFill>
                  <a:srgbClr val="FF0000"/>
                </a:solidFill>
                <a:latin typeface="Arial"/>
                <a:cs typeface="Arial"/>
              </a:rPr>
              <a:t> [Ensure all the necessary model files and documentation, including resolution files, as well as the Model Validation Report, are appropriately uploaded to MDTS before the presentation is submitted for CMGC]</a:t>
            </a:r>
          </a:p>
        </p:txBody>
      </p:sp>
      <p:sp>
        <p:nvSpPr>
          <p:cNvPr id="3" name="Footer Placeholder 2"/>
          <p:cNvSpPr>
            <a:spLocks noGrp="1"/>
          </p:cNvSpPr>
          <p:nvPr>
            <p:ph type="ftr" sz="quarter" idx="15"/>
          </p:nvPr>
        </p:nvSpPr>
        <p:spPr/>
        <p:txBody>
          <a:bodyPr/>
          <a:lstStyle/>
          <a:p>
            <a:r>
              <a:rPr lang="en-US"/>
              <a:t>Private &amp; Confidential</a:t>
            </a:r>
          </a:p>
        </p:txBody>
      </p:sp>
      <p:sp>
        <p:nvSpPr>
          <p:cNvPr id="4" name="Slide Number Placeholder 3"/>
          <p:cNvSpPr>
            <a:spLocks noGrp="1"/>
          </p:cNvSpPr>
          <p:nvPr>
            <p:ph type="sldNum" sz="quarter" idx="16"/>
          </p:nvPr>
        </p:nvSpPr>
        <p:spPr/>
        <p:txBody>
          <a:bodyPr/>
          <a:lstStyle/>
          <a:p>
            <a:fld id="{146682E1-A610-4FB0-BCC6-241ABE41C99B}" type="slidenum">
              <a:rPr lang="en-US" smtClean="0"/>
              <a:t>15</a:t>
            </a:fld>
            <a:endParaRPr lang="en-US"/>
          </a:p>
        </p:txBody>
      </p:sp>
      <p:sp>
        <p:nvSpPr>
          <p:cNvPr id="5" name="Title 4"/>
          <p:cNvSpPr>
            <a:spLocks noGrp="1"/>
          </p:cNvSpPr>
          <p:nvPr>
            <p:ph type="title"/>
          </p:nvPr>
        </p:nvSpPr>
        <p:spPr>
          <a:xfrm>
            <a:off x="317352" y="217144"/>
            <a:ext cx="8119382" cy="427434"/>
          </a:xfrm>
        </p:spPr>
        <p:txBody>
          <a:bodyPr/>
          <a:lstStyle/>
          <a:p>
            <a:r>
              <a:rPr lang="en-US" sz="1800"/>
              <a:t>10. Model Validation Summary</a:t>
            </a:r>
          </a:p>
        </p:txBody>
      </p:sp>
    </p:spTree>
    <p:extLst>
      <p:ext uri="{BB962C8B-B14F-4D97-AF65-F5344CB8AC3E}">
        <p14:creationId xmlns:p14="http://schemas.microsoft.com/office/powerpoint/2010/main" val="1394636302"/>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pPr marL="457200" indent="-457200">
              <a:buAutoNum type="arabicPeriod"/>
            </a:pPr>
            <a:r>
              <a:rPr lang="en-GB" sz="1400"/>
              <a:t>Is this a new Model or material change to a Model?</a:t>
            </a:r>
          </a:p>
          <a:p>
            <a:pPr marL="457200" indent="-457200">
              <a:buAutoNum type="arabicPeriod"/>
            </a:pPr>
            <a:endParaRPr lang="en-US" sz="1400"/>
          </a:p>
          <a:p>
            <a:pPr marL="457200" indent="-457200">
              <a:buAutoNum type="arabicPeriod"/>
            </a:pPr>
            <a:r>
              <a:rPr lang="en-US" sz="1400"/>
              <a:t>Is training required</a:t>
            </a:r>
            <a:r>
              <a:rPr lang="en-US" sz="1400">
                <a:solidFill>
                  <a:srgbClr val="FF0000"/>
                </a:solidFill>
              </a:rPr>
              <a:t>?  If Training is not required please explain why (e.g. user manual is provided; the Model developer is the only user).</a:t>
            </a:r>
          </a:p>
          <a:p>
            <a:pPr marL="457200" indent="-457200">
              <a:buAutoNum type="arabicPeriod"/>
            </a:pPr>
            <a:endParaRPr lang="en-US" sz="1400"/>
          </a:p>
          <a:p>
            <a:pPr marL="457200" indent="-457200">
              <a:buAutoNum type="arabicPeriod"/>
            </a:pPr>
            <a:r>
              <a:rPr lang="en-US" sz="1400"/>
              <a:t>Has training been completed? </a:t>
            </a:r>
            <a:r>
              <a:rPr lang="en-US" sz="1400">
                <a:solidFill>
                  <a:srgbClr val="FF0000"/>
                </a:solidFill>
              </a:rPr>
              <a:t>(Yes, No, or N.A.)</a:t>
            </a:r>
          </a:p>
          <a:p>
            <a:pPr marL="457200" indent="-457200">
              <a:buAutoNum type="arabicPeriod"/>
            </a:pPr>
            <a:endParaRPr lang="en-US" sz="1400"/>
          </a:p>
          <a:p>
            <a:pPr marL="457200" indent="-457200">
              <a:buAutoNum type="arabicPeriod"/>
            </a:pPr>
            <a:r>
              <a:rPr lang="en-US" sz="1400"/>
              <a:t>Date of completed Model training – </a:t>
            </a:r>
            <a:r>
              <a:rPr lang="en-US" sz="1400">
                <a:solidFill>
                  <a:srgbClr val="FF0000"/>
                </a:solidFill>
              </a:rPr>
              <a:t>(Date, TBD, or N.A)</a:t>
            </a:r>
          </a:p>
        </p:txBody>
      </p:sp>
      <p:sp>
        <p:nvSpPr>
          <p:cNvPr id="3" name="Footer Placeholder 2"/>
          <p:cNvSpPr>
            <a:spLocks noGrp="1"/>
          </p:cNvSpPr>
          <p:nvPr>
            <p:ph type="ftr" sz="quarter" idx="15"/>
          </p:nvPr>
        </p:nvSpPr>
        <p:spPr/>
        <p:txBody>
          <a:bodyPr/>
          <a:lstStyle/>
          <a:p>
            <a:r>
              <a:rPr lang="en-US"/>
              <a:t>Private &amp; Confidential</a:t>
            </a:r>
          </a:p>
        </p:txBody>
      </p:sp>
      <p:sp>
        <p:nvSpPr>
          <p:cNvPr id="4" name="Slide Number Placeholder 3"/>
          <p:cNvSpPr>
            <a:spLocks noGrp="1"/>
          </p:cNvSpPr>
          <p:nvPr>
            <p:ph type="sldNum" sz="quarter" idx="16"/>
          </p:nvPr>
        </p:nvSpPr>
        <p:spPr/>
        <p:txBody>
          <a:bodyPr/>
          <a:lstStyle/>
          <a:p>
            <a:fld id="{146682E1-A610-4FB0-BCC6-241ABE41C99B}" type="slidenum">
              <a:rPr lang="en-US" smtClean="0"/>
              <a:t>16</a:t>
            </a:fld>
            <a:endParaRPr lang="en-US"/>
          </a:p>
        </p:txBody>
      </p:sp>
      <p:sp>
        <p:nvSpPr>
          <p:cNvPr id="5" name="Title 4"/>
          <p:cNvSpPr>
            <a:spLocks noGrp="1"/>
          </p:cNvSpPr>
          <p:nvPr>
            <p:ph type="title"/>
          </p:nvPr>
        </p:nvSpPr>
        <p:spPr/>
        <p:txBody>
          <a:bodyPr/>
          <a:lstStyle/>
          <a:p>
            <a:r>
              <a:rPr lang="en-US" sz="1800"/>
              <a:t>11. Model Training</a:t>
            </a:r>
          </a:p>
        </p:txBody>
      </p:sp>
    </p:spTree>
    <p:extLst>
      <p:ext uri="{BB962C8B-B14F-4D97-AF65-F5344CB8AC3E}">
        <p14:creationId xmlns:p14="http://schemas.microsoft.com/office/powerpoint/2010/main" val="514751924"/>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pPr marL="285750" indent="-285750">
              <a:buFont typeface="Arial" pitchFamily="34" charset="0"/>
              <a:buChar char="•"/>
            </a:pPr>
            <a:r>
              <a:rPr lang="en-US" sz="1800"/>
              <a:t>Reason for Retirement Request:  </a:t>
            </a:r>
          </a:p>
          <a:p>
            <a:pPr marL="468630" lvl="1" indent="-285750">
              <a:buFont typeface="Arial" pitchFamily="34" charset="0"/>
              <a:buChar char="•"/>
            </a:pPr>
            <a:r>
              <a:rPr lang="en-US" sz="1400">
                <a:solidFill>
                  <a:srgbClr val="FF0000"/>
                </a:solidFill>
              </a:rPr>
              <a:t>Indicate if the old version of the Model needs to remain in Business use for a transition period post approval by the Board (e.g. retire one month after new version is in Business Use).  Indicate the date of retirement.  </a:t>
            </a:r>
          </a:p>
          <a:p>
            <a:pPr marL="468630" lvl="1" indent="-285750">
              <a:buFont typeface="Arial" pitchFamily="34" charset="0"/>
              <a:buChar char="•"/>
            </a:pPr>
            <a:r>
              <a:rPr lang="en-US" sz="1400">
                <a:solidFill>
                  <a:srgbClr val="FF0000"/>
                </a:solidFill>
              </a:rPr>
              <a:t>If the current Model is not to be retired immediately after the replacement Model is moved to Business use, please specify the retirement date of the current Model.</a:t>
            </a:r>
          </a:p>
          <a:p>
            <a:pPr marL="468630" lvl="1" indent="-285750">
              <a:buFont typeface="Arial" pitchFamily="34" charset="0"/>
              <a:buChar char="•"/>
            </a:pPr>
            <a:r>
              <a:rPr lang="en-US" sz="1400">
                <a:solidFill>
                  <a:srgbClr val="FF0000"/>
                </a:solidFill>
              </a:rPr>
              <a:t>Please indicate if the Model is to be used in Mexico or Uruguay.  </a:t>
            </a:r>
          </a:p>
        </p:txBody>
      </p:sp>
      <p:sp>
        <p:nvSpPr>
          <p:cNvPr id="3" name="Slide Number Placeholder 2"/>
          <p:cNvSpPr>
            <a:spLocks noGrp="1"/>
          </p:cNvSpPr>
          <p:nvPr>
            <p:ph type="sldNum" sz="quarter" idx="16"/>
          </p:nvPr>
        </p:nvSpPr>
        <p:spPr/>
        <p:txBody>
          <a:bodyPr/>
          <a:lstStyle/>
          <a:p>
            <a:fld id="{B270B15E-DA89-4221-8FC4-42200B7F7AB5}" type="slidenum">
              <a:rPr lang="en-US" smtClean="0"/>
              <a:t>17</a:t>
            </a:fld>
            <a:endParaRPr lang="en-US"/>
          </a:p>
        </p:txBody>
      </p:sp>
      <p:sp>
        <p:nvSpPr>
          <p:cNvPr id="4" name="Title 3"/>
          <p:cNvSpPr>
            <a:spLocks noGrp="1"/>
          </p:cNvSpPr>
          <p:nvPr>
            <p:ph type="title"/>
          </p:nvPr>
        </p:nvSpPr>
        <p:spPr/>
        <p:txBody>
          <a:bodyPr/>
          <a:lstStyle/>
          <a:p>
            <a:r>
              <a:rPr lang="en-US" sz="1800"/>
              <a:t>12. Model Retirement Request</a:t>
            </a:r>
          </a:p>
        </p:txBody>
      </p:sp>
    </p:spTree>
    <p:extLst>
      <p:ext uri="{BB962C8B-B14F-4D97-AF65-F5344CB8AC3E}">
        <p14:creationId xmlns:p14="http://schemas.microsoft.com/office/powerpoint/2010/main" val="703549457"/>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0676" y="183512"/>
            <a:ext cx="7315200" cy="5646837"/>
          </a:xfrm>
        </p:spPr>
        <p:txBody>
          <a:bodyPr/>
          <a:lstStyle/>
          <a:p>
            <a:br>
              <a:rPr lang="en-US"/>
            </a:br>
            <a:br>
              <a:rPr lang="en-US"/>
            </a:br>
            <a:br>
              <a:rPr lang="en-US"/>
            </a:br>
            <a:r>
              <a:rPr lang="en-US"/>
              <a:t>	</a:t>
            </a:r>
            <a:r>
              <a:rPr lang="en-US">
                <a:solidFill>
                  <a:schemeClr val="bg1"/>
                </a:solidFill>
              </a:rPr>
              <a:t>Thank You</a:t>
            </a:r>
            <a:br>
              <a:rPr lang="en-US">
                <a:solidFill>
                  <a:schemeClr val="bg1"/>
                </a:solidFill>
              </a:rPr>
            </a:br>
            <a:br>
              <a:rPr lang="en-US">
                <a:solidFill>
                  <a:schemeClr val="bg1"/>
                </a:solidFill>
              </a:rPr>
            </a:br>
            <a:br>
              <a:rPr lang="en-US">
                <a:solidFill>
                  <a:schemeClr val="bg1"/>
                </a:solidFill>
              </a:rPr>
            </a:br>
            <a:r>
              <a:rPr lang="en-US" sz="1000" b="1">
                <a:solidFill>
                  <a:schemeClr val="bg1"/>
                </a:solidFill>
              </a:rPr>
              <a:t>INTERNAL COMMUNICATION ONLY / NOT FOR EXTERNAL DISTRIBUTION</a:t>
            </a:r>
            <a:r>
              <a:rPr lang="en-US" sz="1000">
                <a:solidFill>
                  <a:schemeClr val="bg1"/>
                </a:solidFill>
              </a:rPr>
              <a:t> </a:t>
            </a:r>
            <a:br>
              <a:rPr lang="en-US" sz="1000" b="1">
                <a:solidFill>
                  <a:schemeClr val="bg1"/>
                </a:solidFill>
              </a:rPr>
            </a:br>
            <a:r>
              <a:rPr lang="en-US" sz="1000" b="1">
                <a:solidFill>
                  <a:schemeClr val="bg1"/>
                </a:solidFill>
              </a:rPr>
              <a:t>This document is the property of S&amp;P Global Ratings. It contains proprietary and confidential information and is for internal use only by S&amp;P Global Ratings employees.</a:t>
            </a:r>
            <a:br>
              <a:rPr lang="en-US" sz="1000" b="1">
                <a:solidFill>
                  <a:schemeClr val="bg1"/>
                </a:solidFill>
              </a:rPr>
            </a:br>
            <a:r>
              <a:rPr lang="en-US" sz="1000" b="1">
                <a:solidFill>
                  <a:schemeClr val="bg1"/>
                </a:solidFill>
              </a:rPr>
              <a:t>This document shall not be shown or provided to anyone other than S&amp;P Global Ratings employees</a:t>
            </a:r>
            <a:br>
              <a:rPr lang="en-US" sz="1000">
                <a:solidFill>
                  <a:schemeClr val="bg1"/>
                </a:solidFill>
              </a:rPr>
            </a:br>
            <a:br>
              <a:rPr lang="en-US"/>
            </a:br>
            <a:br>
              <a:rPr lang="en-US"/>
            </a:br>
            <a:br>
              <a:rPr lang="en-US"/>
            </a:br>
            <a:endParaRPr lang="en-US"/>
          </a:p>
        </p:txBody>
      </p:sp>
      <p:sp>
        <p:nvSpPr>
          <p:cNvPr id="6" name="Footer Placeholder 5"/>
          <p:cNvSpPr>
            <a:spLocks noGrp="1"/>
          </p:cNvSpPr>
          <p:nvPr>
            <p:ph type="ftr" sz="quarter" idx="17"/>
          </p:nvPr>
        </p:nvSpPr>
        <p:spPr/>
        <p:txBody>
          <a:bodyPr/>
          <a:lstStyle/>
          <a:p>
            <a:r>
              <a:rPr lang="en-US"/>
              <a:t>Private &amp; Confidential</a:t>
            </a:r>
          </a:p>
        </p:txBody>
      </p:sp>
      <p:sp>
        <p:nvSpPr>
          <p:cNvPr id="5" name="Slide Number Placeholder 4"/>
          <p:cNvSpPr>
            <a:spLocks noGrp="1"/>
          </p:cNvSpPr>
          <p:nvPr>
            <p:ph type="sldNum" sz="quarter" idx="18"/>
          </p:nvPr>
        </p:nvSpPr>
        <p:spPr/>
        <p:txBody>
          <a:bodyPr/>
          <a:lstStyle/>
          <a:p>
            <a:fld id="{BDDC3DCF-E0A7-DA4A-BC2C-1EC3743A297B}" type="slidenum">
              <a:rPr lang="en-US" smtClean="0"/>
              <a:t>18</a:t>
            </a:fld>
            <a:endParaRPr lang="en-US"/>
          </a:p>
        </p:txBody>
      </p:sp>
    </p:spTree>
    <p:extLst>
      <p:ext uri="{BB962C8B-B14F-4D97-AF65-F5344CB8AC3E}">
        <p14:creationId xmlns:p14="http://schemas.microsoft.com/office/powerpoint/2010/main" val="965889156"/>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10.0.14393.0"/>
  <p:tag name="AS_RELEASE_DATE" val="2024.04.14"/>
  <p:tag name="AS_TITLE" val="Aspose.Slides for .NET 4.0 Client Profile"/>
  <p:tag name="AS_VERSION" val="24.4"/>
</p:tagLst>
</file>

<file path=ppt/theme/theme1.xml><?xml version="1.0" encoding="utf-8"?>
<a:theme xmlns:a="http://schemas.openxmlformats.org/drawingml/2006/main" name="S&amp;P Global 2016">
  <a:themeElements>
    <a:clrScheme name="Custom 43">
      <a:dk1>
        <a:sysClr val="windowText" lastClr="000000"/>
      </a:dk1>
      <a:lt1>
        <a:sysClr val="window" lastClr="FFFFFF"/>
      </a:lt1>
      <a:dk2>
        <a:srgbClr val="D6002A"/>
      </a:dk2>
      <a:lt2>
        <a:srgbClr val="DBD9D6"/>
      </a:lt2>
      <a:accent1>
        <a:srgbClr val="3C3C3B"/>
      </a:accent1>
      <a:accent2>
        <a:srgbClr val="7B1E29"/>
      </a:accent2>
      <a:accent3>
        <a:srgbClr val="D53814"/>
      </a:accent3>
      <a:accent4>
        <a:srgbClr val="BEB7A9"/>
      </a:accent4>
      <a:accent5>
        <a:srgbClr val="A79886"/>
      </a:accent5>
      <a:accent6>
        <a:srgbClr val="95B3CC"/>
      </a:accent6>
      <a:hlink>
        <a:srgbClr val="0000FF"/>
      </a:hlink>
      <a:folHlink>
        <a:srgbClr val="800080"/>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Platts PowerPoint Template</Template>
  <TotalTime>19706</TotalTime>
  <Words>1583</Words>
  <Application>Microsoft Office PowerPoint</Application>
  <PresentationFormat>On-screen Show (4:3)</PresentationFormat>
  <Paragraphs>232</Paragraphs>
  <Slides>18</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.AppleSystemUIFont</vt:lpstr>
      <vt:lpstr>Akkurat Pro</vt:lpstr>
      <vt:lpstr>Arial</vt:lpstr>
      <vt:lpstr>Arial Narrow</vt:lpstr>
      <vt:lpstr>Arial Regular</vt:lpstr>
      <vt:lpstr>Calibri</vt:lpstr>
      <vt:lpstr>Wingdings</vt:lpstr>
      <vt:lpstr>S&amp;P Global 2016</vt:lpstr>
      <vt:lpstr>RS-BUS-REG-R-000000-V000  TYPE MODEL NAME</vt:lpstr>
      <vt:lpstr>Agenda</vt:lpstr>
      <vt:lpstr>1. Executive Summary:</vt:lpstr>
      <vt:lpstr>1. Project Background: For ProjFin Models Only, Include Project Name</vt:lpstr>
      <vt:lpstr>2. Relevant Criteria Articles</vt:lpstr>
      <vt:lpstr>3. Development Information: </vt:lpstr>
      <vt:lpstr>4. Access &amp; Version Controls for Model Deployment:</vt:lpstr>
      <vt:lpstr>5. Key Model Assumptions: Use this slide to clarify where the Assumptions come from (concept) and where the values are assigned.  Delete empty rows.</vt:lpstr>
      <vt:lpstr>5. Key Model Assumptions (continued)</vt:lpstr>
      <vt:lpstr>6. Limitations/Restrictions for the Model  </vt:lpstr>
      <vt:lpstr>7. Model Changes since last CMGC/Board Approved Version</vt:lpstr>
      <vt:lpstr>8. Testing [delete this text: template for new architectural design models]</vt:lpstr>
      <vt:lpstr>8. Testing [delete this text: template for legacy models]</vt:lpstr>
      <vt:lpstr>9. Back-Testing:   [Delete this text: If the Covered Model relies solely on Criteria Validation back-testing (as per the Model listing maintained by AQV Ops), this slide will be completed by AQV at the same time the Model Validation Report is issued. AQV will describe here the performance metrics for the model’s applicable Criteria consistent with Section 5 “Outcomes Analysis” of the Model Validation Report.  If, on the other hand, the Covered Model does not solely rely on Criteria Validation back-testing, this slide will be provided by the Model Owner by adding the specific back-testing analysis that was done for this model.] </vt:lpstr>
      <vt:lpstr>10. Model Validation Summary</vt:lpstr>
      <vt:lpstr>11. Model Training</vt:lpstr>
      <vt:lpstr>12. Model Retirement Request</vt:lpstr>
      <vt:lpstr>    Thank You   INTERNAL COMMUNICATION ONLY / NOT FOR EXTERNAL DISTRIBUTION  This document is the property of S&amp;P Global Ratings. It contains proprietary and confidential information and is for internal use only by S&amp;P Global Ratings employees. This document shall not be shown or provided to anyone other than S&amp;P Global Ratings employees    </vt:lpstr>
    </vt:vector>
  </TitlesOfParts>
  <Company>The McGraw-Hill Companies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PLATTS POWERPOINT TEMPLATE</dc:title>
  <dc:creator>Noble, Louise</dc:creator>
  <cp:lastModifiedBy>Mattia, Michael (Control)</cp:lastModifiedBy>
  <cp:revision>461</cp:revision>
  <cp:lastPrinted>2019-06-07T12:22:39Z</cp:lastPrinted>
  <dcterms:created xsi:type="dcterms:W3CDTF">2016-03-04T19:47:25Z</dcterms:created>
  <dcterms:modified xsi:type="dcterms:W3CDTF">2026-06-04T19:13:21Z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
    <vt:lpwstr>Internal</vt:lpwstr>
  </property>
  <property fmtid="{D5CDD505-2E9C-101B-9397-08002B2CF9AE}" pid="3" name="MSIP_Label_831f0267-8575-4fc2-99cc-f6b7f9934be9_ActionId">
    <vt:lpwstr>76bfbcb0-8001-4aae-9a1c-efd4f8dd2c79</vt:lpwstr>
  </property>
  <property fmtid="{D5CDD505-2E9C-101B-9397-08002B2CF9AE}" pid="4" name="MSIP_Label_831f0267-8575-4fc2-99cc-f6b7f9934be9_ContentBits">
    <vt:lpwstr>0</vt:lpwstr>
  </property>
  <property fmtid="{D5CDD505-2E9C-101B-9397-08002B2CF9AE}" pid="5" name="MSIP_Label_831f0267-8575-4fc2-99cc-f6b7f9934be9_Enabled">
    <vt:lpwstr>true</vt:lpwstr>
  </property>
  <property fmtid="{D5CDD505-2E9C-101B-9397-08002B2CF9AE}" pid="6" name="MSIP_Label_831f0267-8575-4fc2-99cc-f6b7f9934be9_Method">
    <vt:lpwstr>Standard</vt:lpwstr>
  </property>
  <property fmtid="{D5CDD505-2E9C-101B-9397-08002B2CF9AE}" pid="7" name="MSIP_Label_831f0267-8575-4fc2-99cc-f6b7f9934be9_Name">
    <vt:lpwstr>831f0267-8575-4fc2-99cc-f6b7f9934be9</vt:lpwstr>
  </property>
  <property fmtid="{D5CDD505-2E9C-101B-9397-08002B2CF9AE}" pid="8" name="MSIP_Label_831f0267-8575-4fc2-99cc-f6b7f9934be9_SetDate">
    <vt:lpwstr>2023-06-07T00:15:26Z</vt:lpwstr>
  </property>
  <property fmtid="{D5CDD505-2E9C-101B-9397-08002B2CF9AE}" pid="9" name="MSIP_Label_831f0267-8575-4fc2-99cc-f6b7f9934be9_SiteId">
    <vt:lpwstr>8f3e36ea-8039-4b40-81a7-7dc0599e8645</vt:lpwstr>
  </property>
  <property fmtid="{D5CDD505-2E9C-101B-9397-08002B2CF9AE}" pid="10" name="TitusGUID">
    <vt:lpwstr>8c0e194a-de81-4b66-862c-6cababba84f5</vt:lpwstr>
  </property>
</Properties>
</file>