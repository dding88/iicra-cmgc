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34" r:id="rId1"/>
  </p:sldMasterIdLst>
  <p:notesMasterIdLst>
    <p:notesMasterId r:id="rId20"/>
  </p:notesMasterIdLst>
  <p:handoutMasterIdLst>
    <p:handoutMasterId r:id="rId21"/>
  </p:handoutMasterIdLst>
  <p:sldIdLst>
    <p:sldId id="306" r:id="rId2"/>
    <p:sldId id="325" r:id="rId3"/>
    <p:sldId id="330" r:id="rId4"/>
    <p:sldId id="326" r:id="rId5"/>
    <p:sldId id="327" r:id="rId6"/>
    <p:sldId id="328" r:id="rId7"/>
    <p:sldId id="331" r:id="rId8"/>
    <p:sldId id="332" r:id="rId9"/>
    <p:sldId id="333" r:id="rId10"/>
    <p:sldId id="314" r:id="rId11"/>
    <p:sldId id="316" r:id="rId12"/>
    <p:sldId id="317" r:id="rId13"/>
    <p:sldId id="334" r:id="rId14"/>
    <p:sldId id="324" r:id="rId15"/>
    <p:sldId id="318" r:id="rId16"/>
    <p:sldId id="320" r:id="rId17"/>
    <p:sldId id="321" r:id="rId18"/>
    <p:sldId id="323" r:id="rId19"/>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MS PGothic" charset="0"/>
        <a:cs typeface="MS PGothic" charset="0"/>
      </a:defRPr>
    </a:lvl1pPr>
    <a:lvl2pPr marL="457200" algn="l" defTabSz="457200" rtl="0" fontAlgn="base">
      <a:spcBef>
        <a:spcPct val="0"/>
      </a:spcBef>
      <a:spcAft>
        <a:spcPct val="0"/>
      </a:spcAft>
      <a:defRPr kern="1200">
        <a:solidFill>
          <a:schemeClr val="tx1"/>
        </a:solidFill>
        <a:latin typeface="Calibri" charset="0"/>
        <a:ea typeface="MS PGothic" charset="0"/>
        <a:cs typeface="MS PGothic" charset="0"/>
      </a:defRPr>
    </a:lvl2pPr>
    <a:lvl3pPr marL="914400" algn="l" defTabSz="457200" rtl="0" fontAlgn="base">
      <a:spcBef>
        <a:spcPct val="0"/>
      </a:spcBef>
      <a:spcAft>
        <a:spcPct val="0"/>
      </a:spcAft>
      <a:defRPr kern="1200">
        <a:solidFill>
          <a:schemeClr val="tx1"/>
        </a:solidFill>
        <a:latin typeface="Calibri" charset="0"/>
        <a:ea typeface="MS PGothic" charset="0"/>
        <a:cs typeface="MS PGothic" charset="0"/>
      </a:defRPr>
    </a:lvl3pPr>
    <a:lvl4pPr marL="1371600" algn="l" defTabSz="457200" rtl="0" fontAlgn="base">
      <a:spcBef>
        <a:spcPct val="0"/>
      </a:spcBef>
      <a:spcAft>
        <a:spcPct val="0"/>
      </a:spcAft>
      <a:defRPr kern="1200">
        <a:solidFill>
          <a:schemeClr val="tx1"/>
        </a:solidFill>
        <a:latin typeface="Calibri" charset="0"/>
        <a:ea typeface="MS PGothic" charset="0"/>
        <a:cs typeface="MS PGothic" charset="0"/>
      </a:defRPr>
    </a:lvl4pPr>
    <a:lvl5pPr marL="1828800" algn="l" defTabSz="457200" rtl="0" fontAlgn="base">
      <a:spcBef>
        <a:spcPct val="0"/>
      </a:spcBef>
      <a:spcAft>
        <a:spcPct val="0"/>
      </a:spcAft>
      <a:defRPr kern="1200">
        <a:solidFill>
          <a:schemeClr val="tx1"/>
        </a:solidFill>
        <a:latin typeface="Calibri" charset="0"/>
        <a:ea typeface="MS PGothic" charset="0"/>
        <a:cs typeface="MS PGothic" charset="0"/>
      </a:defRPr>
    </a:lvl5pPr>
    <a:lvl6pPr marL="2286000" algn="l" defTabSz="457200" rtl="0" eaLnBrk="1" latinLnBrk="0" hangingPunct="1">
      <a:defRPr kern="1200">
        <a:solidFill>
          <a:schemeClr val="tx1"/>
        </a:solidFill>
        <a:latin typeface="Calibri" charset="0"/>
        <a:ea typeface="MS PGothic" charset="0"/>
        <a:cs typeface="MS PGothic" charset="0"/>
      </a:defRPr>
    </a:lvl6pPr>
    <a:lvl7pPr marL="2743200" algn="l" defTabSz="457200" rtl="0" eaLnBrk="1" latinLnBrk="0" hangingPunct="1">
      <a:defRPr kern="1200">
        <a:solidFill>
          <a:schemeClr val="tx1"/>
        </a:solidFill>
        <a:latin typeface="Calibri" charset="0"/>
        <a:ea typeface="MS PGothic" charset="0"/>
        <a:cs typeface="MS PGothic" charset="0"/>
      </a:defRPr>
    </a:lvl7pPr>
    <a:lvl8pPr marL="3200400" algn="l" defTabSz="457200" rtl="0" eaLnBrk="1" latinLnBrk="0" hangingPunct="1">
      <a:defRPr kern="1200">
        <a:solidFill>
          <a:schemeClr val="tx1"/>
        </a:solidFill>
        <a:latin typeface="Calibri" charset="0"/>
        <a:ea typeface="MS PGothic" charset="0"/>
        <a:cs typeface="MS PGothic" charset="0"/>
      </a:defRPr>
    </a:lvl8pPr>
    <a:lvl9pPr marL="3657600" algn="l" defTabSz="457200" rtl="0" eaLnBrk="1" latinLnBrk="0" hangingPunct="1">
      <a:defRPr kern="1200">
        <a:solidFill>
          <a:schemeClr val="tx1"/>
        </a:solidFill>
        <a:latin typeface="Calibri" charset="0"/>
        <a:ea typeface="MS PGothic" charset="0"/>
        <a:cs typeface="MS PGothic" charset="0"/>
      </a:defRPr>
    </a:lvl9pPr>
  </p:defaultTextStyle>
  <p:extLst>
    <p:ext uri="{EFAFB233-063F-42B5-8137-9DF3F51BA10A}">
      <p15:sldGuideLst xmlns:p15="http://schemas.microsoft.com/office/powerpoint/2012/main">
        <p15:guide id="1" orient="horz" pos="3144" userDrawn="1">
          <p15:clr>
            <a:srgbClr val="A4A3A4"/>
          </p15:clr>
        </p15:guide>
        <p15:guide id="2" orient="horz" pos="189" userDrawn="1">
          <p15:clr>
            <a:srgbClr val="A4A3A4"/>
          </p15:clr>
        </p15:guide>
        <p15:guide id="3" orient="horz" pos="696" userDrawn="1">
          <p15:clr>
            <a:srgbClr val="A4A3A4"/>
          </p15:clr>
        </p15:guide>
        <p15:guide id="4" orient="horz" pos="2592" userDrawn="1">
          <p15:clr>
            <a:srgbClr val="A4A3A4"/>
          </p15:clr>
        </p15:guide>
        <p15:guide id="5" orient="horz" pos="3775">
          <p15:clr>
            <a:srgbClr val="A4A3A4"/>
          </p15:clr>
        </p15:guide>
        <p15:guide id="6" pos="3336" userDrawn="1">
          <p15:clr>
            <a:srgbClr val="A4A3A4"/>
          </p15:clr>
        </p15:guide>
        <p15:guide id="7" pos="198">
          <p15:clr>
            <a:srgbClr val="A4A3A4"/>
          </p15:clr>
        </p15:guide>
        <p15:guide id="8" pos="4536" userDrawn="1">
          <p15:clr>
            <a:srgbClr val="A4A3A4"/>
          </p15:clr>
        </p15:guide>
        <p15:guide id="9" pos="4045">
          <p15:clr>
            <a:srgbClr val="A4A3A4"/>
          </p15:clr>
        </p15:guide>
        <p15:guide id="10" orient="horz" pos="385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2A"/>
    <a:srgbClr val="29858C"/>
    <a:srgbClr val="1A3E77"/>
    <a:srgbClr val="8AAD9C"/>
    <a:srgbClr val="A8B918"/>
    <a:srgbClr val="3C3C3B"/>
    <a:srgbClr val="7B1E29"/>
    <a:srgbClr val="D53814"/>
    <a:srgbClr val="BEB7A9"/>
    <a:srgbClr val="A7988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034E78-7F5D-4C2E-B375-FC64B27BC917}">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9613" autoAdjust="0"/>
    <p:restoredTop sz="94651" autoAdjust="0"/>
  </p:normalViewPr>
  <p:slideViewPr>
    <p:cSldViewPr snapToGrid="0" snapToObjects="1">
      <p:cViewPr varScale="1">
        <p:scale>
          <a:sx n="55" d="100"/>
          <a:sy n="55" d="100"/>
        </p:scale>
        <p:origin x="1646" y="38"/>
      </p:cViewPr>
      <p:guideLst>
        <p:guide orient="horz" pos="3144"/>
        <p:guide orient="horz" pos="189"/>
        <p:guide orient="horz" pos="696"/>
        <p:guide orient="horz" pos="2592"/>
        <p:guide orient="horz" pos="3775"/>
        <p:guide pos="3336"/>
        <p:guide pos="198"/>
        <p:guide pos="4536"/>
        <p:guide pos="4045"/>
        <p:guide orient="horz" pos="3853"/>
      </p:guideLst>
    </p:cSldViewPr>
  </p:slideViewPr>
  <p:outlineViewPr>
    <p:cViewPr>
      <p:scale>
        <a:sx n="33" d="100"/>
        <a:sy n="33" d="100"/>
      </p:scale>
      <p:origin x="0" y="-11934"/>
    </p:cViewPr>
  </p:outlineViewPr>
  <p:notesTextViewPr>
    <p:cViewPr>
      <p:scale>
        <a:sx n="100" d="100"/>
        <a:sy n="100" d="100"/>
      </p:scale>
      <p:origin x="0" y="0"/>
    </p:cViewPr>
  </p:notesTextViewPr>
  <p:sorterViewPr>
    <p:cViewPr>
      <p:scale>
        <a:sx n="111" d="100"/>
        <a:sy n="111" d="100"/>
      </p:scale>
      <p:origin x="0" y="0"/>
    </p:cViewPr>
  </p:sorterViewPr>
  <p:notesViewPr>
    <p:cSldViewPr snapToGrid="0" snapToObjects="1">
      <p:cViewPr varScale="1">
        <p:scale>
          <a:sx n="138" d="100"/>
          <a:sy n="138" d="100"/>
        </p:scale>
        <p:origin x="316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1E76258-0CB2-5E46-BDCC-DEDAA3D29929}" type="datetime1">
              <a:rPr lang="en-US" smtClean="0"/>
              <a:t>6/7/2019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B9D3D46-F3C0-4F41-A7F5-0CE676534EBE}" type="slidenum">
              <a:rPr lang="en-US" smtClean="0"/>
              <a:t>‹#›</a:t>
            </a:fld>
            <a:endParaRPr lang="en-US"/>
          </a:p>
        </p:txBody>
      </p:sp>
    </p:spTree>
    <p:extLst>
      <p:ext uri="{BB962C8B-B14F-4D97-AF65-F5344CB8AC3E}">
        <p14:creationId xmlns:p14="http://schemas.microsoft.com/office/powerpoint/2010/main" val="254149708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CC18655-D016-D145-A70E-0F6F8E9B9A7C}" type="datetime1">
              <a:rPr lang="en-US" smtClean="0"/>
              <a:t>6/7/2019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C9A526-2B11-9B45-BFD7-2AA1CDA54972}" type="slidenum">
              <a:rPr lang="en-US" smtClean="0"/>
              <a:t>‹#›</a:t>
            </a:fld>
            <a:endParaRPr lang="en-US"/>
          </a:p>
        </p:txBody>
      </p:sp>
    </p:spTree>
    <p:extLst>
      <p:ext uri="{BB962C8B-B14F-4D97-AF65-F5344CB8AC3E}">
        <p14:creationId xmlns:p14="http://schemas.microsoft.com/office/powerpoint/2010/main" val="1422391221"/>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AFE262-7534-437E-883B-1B36A253D86E}" type="slidenum">
              <a:rPr lang="en-US" smtClean="0"/>
              <a:t>4</a:t>
            </a:fld>
            <a:endParaRPr lang="en-US" dirty="0"/>
          </a:p>
        </p:txBody>
      </p:sp>
    </p:spTree>
    <p:extLst>
      <p:ext uri="{BB962C8B-B14F-4D97-AF65-F5344CB8AC3E}">
        <p14:creationId xmlns:p14="http://schemas.microsoft.com/office/powerpoint/2010/main" val="13775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hite plai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charset="0"/>
                <a:ea typeface="Arial" charset="0"/>
                <a:cs typeface="Arial" charset="0"/>
              </a:defRPr>
            </a:lvl1pPr>
          </a:lstStyle>
          <a:p>
            <a:r>
              <a:rPr lang="en-US" dirty="0" smtClean="0"/>
              <a:t>Presentation</a:t>
            </a:r>
            <a:br>
              <a:rPr lang="en-US" dirty="0" smtClean="0"/>
            </a:br>
            <a:r>
              <a:rPr lang="en-US" dirty="0" smtClean="0"/>
              <a:t>Title</a:t>
            </a:r>
            <a:endParaRPr lang="en-US" dirty="0"/>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dirty="0" smtClean="0"/>
              <a:t>Subtitle</a:t>
            </a:r>
            <a:endParaRPr lang="en-US" dirty="0"/>
          </a:p>
        </p:txBody>
      </p:sp>
      <p:sp>
        <p:nvSpPr>
          <p:cNvPr id="11" name="Text Placeholder 9"/>
          <p:cNvSpPr>
            <a:spLocks noGrp="1"/>
          </p:cNvSpPr>
          <p:nvPr>
            <p:ph type="body" sz="quarter" idx="13" hasCustomPrompt="1"/>
          </p:nvPr>
        </p:nvSpPr>
        <p:spPr>
          <a:xfrm>
            <a:off x="6421438" y="284622"/>
            <a:ext cx="2381326" cy="440834"/>
          </a:xfrm>
        </p:spPr>
        <p:txBody>
          <a:bodyPr lIns="0" tIns="0" rIns="0" bIns="0"/>
          <a:lstStyle>
            <a:lvl1pPr>
              <a:spcBef>
                <a:spcPts val="0"/>
              </a:spcBef>
              <a:defRPr sz="1100">
                <a:solidFill>
                  <a:schemeClr val="tx1"/>
                </a:solidFill>
              </a:defRPr>
            </a:lvl1pPr>
          </a:lstStyle>
          <a:p>
            <a:pPr lvl="0"/>
            <a:r>
              <a:rPr lang="en-US" dirty="0" smtClean="0"/>
              <a:t>Presenter Name</a:t>
            </a:r>
            <a:endParaRPr lang="en-US" dirty="0"/>
          </a:p>
        </p:txBody>
      </p:sp>
      <p:sp>
        <p:nvSpPr>
          <p:cNvPr id="13" name="Text Placeholder 9"/>
          <p:cNvSpPr>
            <a:spLocks noGrp="1"/>
          </p:cNvSpPr>
          <p:nvPr>
            <p:ph type="body" sz="quarter" idx="15" hasCustomPrompt="1"/>
          </p:nvPr>
        </p:nvSpPr>
        <p:spPr>
          <a:xfrm>
            <a:off x="6421438" y="1598177"/>
            <a:ext cx="2381326"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dirty="0" smtClean="0"/>
              <a:t>Disclaimer paragraph</a:t>
            </a:r>
            <a:endParaRPr lang="en-US" dirty="0"/>
          </a:p>
        </p:txBody>
      </p:sp>
      <p:sp>
        <p:nvSpPr>
          <p:cNvPr id="4" name="Date Placeholder 3"/>
          <p:cNvSpPr>
            <a:spLocks noGrp="1"/>
          </p:cNvSpPr>
          <p:nvPr>
            <p:ph type="dt" sz="half" idx="18"/>
          </p:nvPr>
        </p:nvSpPr>
        <p:spPr>
          <a:xfrm>
            <a:off x="6421438" y="1098982"/>
            <a:ext cx="2381326" cy="223277"/>
          </a:xfrm>
        </p:spPr>
        <p:txBody>
          <a:bodyPr/>
          <a:lstStyle>
            <a:lvl1pPr algn="l">
              <a:defRPr b="0" i="0">
                <a:latin typeface="Arial" charset="0"/>
                <a:ea typeface="Arial" charset="0"/>
                <a:cs typeface="Arial" charset="0"/>
              </a:defRPr>
            </a:lvl1pPr>
          </a:lstStyle>
          <a:p>
            <a:endParaRPr lang="en-US" dirty="0"/>
          </a:p>
        </p:txBody>
      </p:sp>
    </p:spTree>
    <p:extLst>
      <p:ext uri="{BB962C8B-B14F-4D97-AF65-F5344CB8AC3E}">
        <p14:creationId xmlns:p14="http://schemas.microsoft.com/office/powerpoint/2010/main" val="38641064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p>
        </p:txBody>
      </p:sp>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Regular" charset="0"/>
                <a:cs typeface="Arial Regular" charset="0"/>
              </a:defRPr>
            </a:lvl1pPr>
          </a:lstStyle>
          <a:p>
            <a:r>
              <a:rPr lang="en-US" dirty="0" smtClean="0"/>
              <a:t>Presentation</a:t>
            </a:r>
            <a:br>
              <a:rPr lang="en-US" dirty="0" smtClean="0"/>
            </a:br>
            <a:r>
              <a:rPr lang="en-US" dirty="0" smtClean="0"/>
              <a:t>Title</a:t>
            </a:r>
            <a:endParaRPr lang="en-US" dirty="0"/>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dirty="0" smtClean="0"/>
              <a:t>Subtitle</a:t>
            </a:r>
            <a:endParaRPr lang="en-US" dirty="0"/>
          </a:p>
        </p:txBody>
      </p:sp>
      <p:sp>
        <p:nvSpPr>
          <p:cNvPr id="11" name="Text Placeholder 9"/>
          <p:cNvSpPr>
            <a:spLocks noGrp="1"/>
          </p:cNvSpPr>
          <p:nvPr>
            <p:ph type="body" sz="quarter" idx="13" hasCustomPrompt="1"/>
          </p:nvPr>
        </p:nvSpPr>
        <p:spPr>
          <a:xfrm>
            <a:off x="6421439" y="284622"/>
            <a:ext cx="2378176" cy="440834"/>
          </a:xfrm>
        </p:spPr>
        <p:txBody>
          <a:bodyPr lIns="0" tIns="0" rIns="0" bIns="0"/>
          <a:lstStyle>
            <a:lvl1pPr>
              <a:spcBef>
                <a:spcPts val="0"/>
              </a:spcBef>
              <a:defRPr sz="1100">
                <a:solidFill>
                  <a:schemeClr val="tx1"/>
                </a:solidFill>
              </a:defRPr>
            </a:lvl1pPr>
          </a:lstStyle>
          <a:p>
            <a:pPr lvl="0"/>
            <a:r>
              <a:rPr lang="en-US" dirty="0" smtClean="0"/>
              <a:t>Presenter Name</a:t>
            </a:r>
            <a:endParaRPr lang="en-US" dirty="0"/>
          </a:p>
        </p:txBody>
      </p:sp>
      <p:sp>
        <p:nvSpPr>
          <p:cNvPr id="13" name="Text Placeholder 9"/>
          <p:cNvSpPr>
            <a:spLocks noGrp="1"/>
          </p:cNvSpPr>
          <p:nvPr>
            <p:ph type="body" sz="quarter" idx="15" hasCustomPrompt="1"/>
          </p:nvPr>
        </p:nvSpPr>
        <p:spPr>
          <a:xfrm>
            <a:off x="6421439" y="1602218"/>
            <a:ext cx="2378176"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dirty="0" smtClean="0"/>
              <a:t>Disclaimer paragraph</a:t>
            </a:r>
            <a:endParaRPr lang="en-US" dirty="0"/>
          </a:p>
        </p:txBody>
      </p:sp>
      <p:sp>
        <p:nvSpPr>
          <p:cNvPr id="2" name="Date Placeholder 1"/>
          <p:cNvSpPr>
            <a:spLocks noGrp="1"/>
          </p:cNvSpPr>
          <p:nvPr>
            <p:ph type="dt" sz="half" idx="16"/>
          </p:nvPr>
        </p:nvSpPr>
        <p:spPr>
          <a:xfrm>
            <a:off x="6420775" y="1100212"/>
            <a:ext cx="2386676" cy="223277"/>
          </a:xfrm>
        </p:spPr>
        <p:txBody>
          <a:bodyPr/>
          <a:lstStyle>
            <a:lvl1pPr algn="l">
              <a:defRPr>
                <a:solidFill>
                  <a:schemeClr val="tx1"/>
                </a:solidFill>
              </a:defRPr>
            </a:lvl1pPr>
          </a:lstStyle>
          <a:p>
            <a:endParaRPr lang="en-US" dirty="0"/>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6841290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hite Big image">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312738"/>
            <a:ext cx="8486775" cy="4645025"/>
          </a:xfrm>
          <a:ln>
            <a:noFill/>
          </a:ln>
        </p:spPr>
        <p:txBody>
          <a:bodyPr anchor="ctr"/>
          <a:lstStyle>
            <a:lvl1pPr algn="ctr">
              <a:defRPr>
                <a:solidFill>
                  <a:schemeClr val="tx1"/>
                </a:solidFill>
              </a:defRPr>
            </a:lvl1pPr>
          </a:lstStyle>
          <a:p>
            <a:r>
              <a:rPr lang="en-US" dirty="0" smtClean="0"/>
              <a:t>Cover image</a:t>
            </a:r>
            <a:endParaRPr lang="en-US" dirty="0"/>
          </a:p>
        </p:txBody>
      </p:sp>
      <p:sp>
        <p:nvSpPr>
          <p:cNvPr id="8" name="Title 7"/>
          <p:cNvSpPr>
            <a:spLocks noGrp="1"/>
          </p:cNvSpPr>
          <p:nvPr>
            <p:ph type="title" hasCustomPrompt="1"/>
          </p:nvPr>
        </p:nvSpPr>
        <p:spPr>
          <a:xfrm>
            <a:off x="627626" y="556302"/>
            <a:ext cx="4863464"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dirty="0" smtClean="0"/>
              <a:t>Presentation</a:t>
            </a:r>
            <a:br>
              <a:rPr lang="en-US" dirty="0" smtClean="0"/>
            </a:br>
            <a:r>
              <a:rPr lang="en-US" dirty="0" smtClean="0"/>
              <a:t>Title</a:t>
            </a:r>
            <a:endParaRPr lang="en-US" dirty="0"/>
          </a:p>
        </p:txBody>
      </p:sp>
      <p:sp>
        <p:nvSpPr>
          <p:cNvPr id="10" name="Text Placeholder 9"/>
          <p:cNvSpPr>
            <a:spLocks noGrp="1"/>
          </p:cNvSpPr>
          <p:nvPr>
            <p:ph type="body" sz="quarter" idx="12" hasCustomPrompt="1"/>
          </p:nvPr>
        </p:nvSpPr>
        <p:spPr>
          <a:xfrm>
            <a:off x="627625" y="1606241"/>
            <a:ext cx="4863464" cy="440834"/>
          </a:xfrm>
        </p:spPr>
        <p:txBody>
          <a:bodyPr lIns="0" tIns="0" rIns="0" bIns="0"/>
          <a:lstStyle>
            <a:lvl1pPr>
              <a:defRPr sz="1000">
                <a:solidFill>
                  <a:schemeClr val="tx1"/>
                </a:solidFill>
              </a:defRPr>
            </a:lvl1pPr>
          </a:lstStyle>
          <a:p>
            <a:pPr lvl="0"/>
            <a:r>
              <a:rPr lang="en-US" dirty="0" smtClean="0"/>
              <a:t>Subtitle</a:t>
            </a:r>
            <a:endParaRPr lang="en-US" dirty="0"/>
          </a:p>
        </p:txBody>
      </p:sp>
      <p:sp>
        <p:nvSpPr>
          <p:cNvPr id="11" name="Text Placeholder 9"/>
          <p:cNvSpPr>
            <a:spLocks noGrp="1"/>
          </p:cNvSpPr>
          <p:nvPr>
            <p:ph type="body" sz="quarter" idx="13" hasCustomPrompt="1"/>
          </p:nvPr>
        </p:nvSpPr>
        <p:spPr>
          <a:xfrm>
            <a:off x="6421439" y="613908"/>
            <a:ext cx="2208150" cy="440834"/>
          </a:xfrm>
        </p:spPr>
        <p:txBody>
          <a:bodyPr lIns="0" tIns="0" rIns="0" bIns="0"/>
          <a:lstStyle>
            <a:lvl1pPr>
              <a:spcBef>
                <a:spcPts val="0"/>
              </a:spcBef>
              <a:defRPr sz="950">
                <a:solidFill>
                  <a:schemeClr val="tx1"/>
                </a:solidFill>
              </a:defRPr>
            </a:lvl1pPr>
          </a:lstStyle>
          <a:p>
            <a:pPr lvl="0"/>
            <a:r>
              <a:rPr lang="en-US" dirty="0" smtClean="0"/>
              <a:t>Presenter Name</a:t>
            </a:r>
            <a:endParaRPr lang="en-US" dirty="0"/>
          </a:p>
        </p:txBody>
      </p:sp>
      <p:sp>
        <p:nvSpPr>
          <p:cNvPr id="13" name="Text Placeholder 9"/>
          <p:cNvSpPr>
            <a:spLocks noGrp="1"/>
          </p:cNvSpPr>
          <p:nvPr>
            <p:ph type="body" sz="quarter" idx="15" hasCustomPrompt="1"/>
          </p:nvPr>
        </p:nvSpPr>
        <p:spPr>
          <a:xfrm>
            <a:off x="6421439" y="1934679"/>
            <a:ext cx="2208150"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dirty="0" smtClean="0"/>
              <a:t>Disclaimer paragraph</a:t>
            </a:r>
            <a:endParaRPr lang="en-US" dirty="0"/>
          </a:p>
        </p:txBody>
      </p:sp>
      <p:sp>
        <p:nvSpPr>
          <p:cNvPr id="2" name="Date Placeholder 1"/>
          <p:cNvSpPr>
            <a:spLocks noGrp="1"/>
          </p:cNvSpPr>
          <p:nvPr>
            <p:ph type="dt" sz="half" idx="17"/>
          </p:nvPr>
        </p:nvSpPr>
        <p:spPr>
          <a:xfrm>
            <a:off x="6420783" y="1291089"/>
            <a:ext cx="2216042" cy="223277"/>
          </a:xfrm>
        </p:spPr>
        <p:txBody>
          <a:bodyPr/>
          <a:lstStyle/>
          <a:p>
            <a:endParaRPr lang="en-US" dirty="0"/>
          </a:p>
        </p:txBody>
      </p:sp>
    </p:spTree>
    <p:extLst>
      <p:ext uri="{BB962C8B-B14F-4D97-AF65-F5344CB8AC3E}">
        <p14:creationId xmlns:p14="http://schemas.microsoft.com/office/powerpoint/2010/main" val="164640932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black Slim image">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dirty="0" smtClean="0"/>
              <a:t>Cover image</a:t>
            </a:r>
            <a:endParaRPr lang="en-US" dirty="0"/>
          </a:p>
        </p:txBody>
      </p:sp>
      <p:sp>
        <p:nvSpPr>
          <p:cNvPr id="8" name="Title 7"/>
          <p:cNvSpPr>
            <a:spLocks noGrp="1"/>
          </p:cNvSpPr>
          <p:nvPr>
            <p:ph type="title" hasCustomPrompt="1"/>
          </p:nvPr>
        </p:nvSpPr>
        <p:spPr>
          <a:xfrm>
            <a:off x="320676" y="241240"/>
            <a:ext cx="5163199"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dirty="0" smtClean="0"/>
              <a:t>Presentation</a:t>
            </a:r>
            <a:br>
              <a:rPr lang="en-US" dirty="0" smtClean="0"/>
            </a:br>
            <a:r>
              <a:rPr lang="en-US" dirty="0" smtClean="0"/>
              <a:t>Title</a:t>
            </a:r>
            <a:endParaRPr lang="en-US" dirty="0"/>
          </a:p>
        </p:txBody>
      </p:sp>
      <p:sp>
        <p:nvSpPr>
          <p:cNvPr id="10" name="Text Placeholder 9"/>
          <p:cNvSpPr>
            <a:spLocks noGrp="1"/>
          </p:cNvSpPr>
          <p:nvPr>
            <p:ph type="body" sz="quarter" idx="12" hasCustomPrompt="1"/>
          </p:nvPr>
        </p:nvSpPr>
        <p:spPr>
          <a:xfrm>
            <a:off x="320675" y="1291179"/>
            <a:ext cx="5163199" cy="440834"/>
          </a:xfrm>
        </p:spPr>
        <p:txBody>
          <a:bodyPr lIns="0" tIns="0" rIns="0" bIns="0"/>
          <a:lstStyle>
            <a:lvl1pPr>
              <a:defRPr sz="1000">
                <a:solidFill>
                  <a:schemeClr val="tx1"/>
                </a:solidFill>
              </a:defRPr>
            </a:lvl1pPr>
          </a:lstStyle>
          <a:p>
            <a:pPr lvl="0"/>
            <a:r>
              <a:rPr lang="en-US" dirty="0" smtClean="0"/>
              <a:t>Subtitle</a:t>
            </a:r>
            <a:endParaRPr lang="en-US" dirty="0"/>
          </a:p>
        </p:txBody>
      </p:sp>
      <p:sp>
        <p:nvSpPr>
          <p:cNvPr id="11" name="Text Placeholder 9"/>
          <p:cNvSpPr>
            <a:spLocks noGrp="1"/>
          </p:cNvSpPr>
          <p:nvPr>
            <p:ph type="body" sz="quarter" idx="13" hasCustomPrompt="1"/>
          </p:nvPr>
        </p:nvSpPr>
        <p:spPr>
          <a:xfrm>
            <a:off x="6421438" y="298846"/>
            <a:ext cx="2378173" cy="440834"/>
          </a:xfrm>
        </p:spPr>
        <p:txBody>
          <a:bodyPr lIns="0" tIns="0" rIns="0" bIns="0"/>
          <a:lstStyle>
            <a:lvl1pPr>
              <a:spcBef>
                <a:spcPts val="0"/>
              </a:spcBef>
              <a:defRPr sz="950">
                <a:solidFill>
                  <a:schemeClr val="tx1"/>
                </a:solidFill>
              </a:defRPr>
            </a:lvl1pPr>
          </a:lstStyle>
          <a:p>
            <a:pPr lvl="0"/>
            <a:r>
              <a:rPr lang="en-US" dirty="0" smtClean="0"/>
              <a:t>Presenter Name</a:t>
            </a:r>
            <a:endParaRPr lang="en-US" dirty="0"/>
          </a:p>
        </p:txBody>
      </p:sp>
      <p:sp>
        <p:nvSpPr>
          <p:cNvPr id="13" name="Text Placeholder 9"/>
          <p:cNvSpPr>
            <a:spLocks noGrp="1"/>
          </p:cNvSpPr>
          <p:nvPr>
            <p:ph type="body" sz="quarter" idx="15" hasCustomPrompt="1"/>
          </p:nvPr>
        </p:nvSpPr>
        <p:spPr>
          <a:xfrm>
            <a:off x="6421438" y="1598362"/>
            <a:ext cx="2378173"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dirty="0" smtClean="0"/>
              <a:t>Disclaimer paragraph</a:t>
            </a:r>
            <a:endParaRPr lang="en-US" dirty="0"/>
          </a:p>
        </p:txBody>
      </p:sp>
      <p:sp>
        <p:nvSpPr>
          <p:cNvPr id="2" name="Date Placeholder 1"/>
          <p:cNvSpPr>
            <a:spLocks noGrp="1"/>
          </p:cNvSpPr>
          <p:nvPr>
            <p:ph type="dt" sz="half" idx="17"/>
          </p:nvPr>
        </p:nvSpPr>
        <p:spPr>
          <a:xfrm>
            <a:off x="6420776" y="1100212"/>
            <a:ext cx="2386674" cy="223277"/>
          </a:xfrm>
        </p:spPr>
        <p:txBody>
          <a:bodyPr/>
          <a:lstStyle>
            <a:lvl1pPr>
              <a:defRPr>
                <a:solidFill>
                  <a:srgbClr val="FFFFFF"/>
                </a:solidFill>
              </a:defRPr>
            </a:lvl1pPr>
          </a:lstStyle>
          <a:p>
            <a:endParaRPr lang="en-US" dirty="0"/>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74476595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white Slim image">
    <p:bg>
      <p:bgRef idx="1001">
        <a:schemeClr val="bg1"/>
      </p:bgRef>
    </p:bg>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dirty="0" smtClean="0"/>
              <a:t>Cover image</a:t>
            </a:r>
            <a:endParaRPr lang="en-US" dirty="0"/>
          </a:p>
        </p:txBody>
      </p:sp>
      <p:sp>
        <p:nvSpPr>
          <p:cNvPr id="8" name="Title 7"/>
          <p:cNvSpPr>
            <a:spLocks noGrp="1"/>
          </p:cNvSpPr>
          <p:nvPr>
            <p:ph type="title" hasCustomPrompt="1"/>
          </p:nvPr>
        </p:nvSpPr>
        <p:spPr>
          <a:xfrm>
            <a:off x="320676" y="241240"/>
            <a:ext cx="4257351"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dirty="0" smtClean="0"/>
              <a:t>Presentation</a:t>
            </a:r>
            <a:br>
              <a:rPr lang="en-US" dirty="0" smtClean="0"/>
            </a:br>
            <a:r>
              <a:rPr lang="en-US" dirty="0" smtClean="0"/>
              <a:t>Title</a:t>
            </a:r>
            <a:endParaRPr lang="en-US" dirty="0"/>
          </a:p>
        </p:txBody>
      </p:sp>
      <p:sp>
        <p:nvSpPr>
          <p:cNvPr id="10" name="Text Placeholder 9"/>
          <p:cNvSpPr>
            <a:spLocks noGrp="1"/>
          </p:cNvSpPr>
          <p:nvPr>
            <p:ph type="body" sz="quarter" idx="12" hasCustomPrompt="1"/>
          </p:nvPr>
        </p:nvSpPr>
        <p:spPr>
          <a:xfrm>
            <a:off x="320675" y="1291179"/>
            <a:ext cx="4257351" cy="440834"/>
          </a:xfrm>
        </p:spPr>
        <p:txBody>
          <a:bodyPr lIns="0" tIns="0" rIns="0" bIns="0"/>
          <a:lstStyle>
            <a:lvl1pPr>
              <a:defRPr sz="1000">
                <a:solidFill>
                  <a:schemeClr val="tx1"/>
                </a:solidFill>
              </a:defRPr>
            </a:lvl1pPr>
          </a:lstStyle>
          <a:p>
            <a:pPr lvl="0"/>
            <a:r>
              <a:rPr lang="en-US" dirty="0" smtClean="0"/>
              <a:t>Subtitle</a:t>
            </a:r>
            <a:endParaRPr lang="en-US" dirty="0"/>
          </a:p>
        </p:txBody>
      </p:sp>
      <p:sp>
        <p:nvSpPr>
          <p:cNvPr id="11" name="Text Placeholder 9"/>
          <p:cNvSpPr>
            <a:spLocks noGrp="1"/>
          </p:cNvSpPr>
          <p:nvPr>
            <p:ph type="body" sz="quarter" idx="13" hasCustomPrompt="1"/>
          </p:nvPr>
        </p:nvSpPr>
        <p:spPr>
          <a:xfrm>
            <a:off x="6422098" y="298846"/>
            <a:ext cx="2377514" cy="440834"/>
          </a:xfrm>
        </p:spPr>
        <p:txBody>
          <a:bodyPr lIns="0" tIns="0" rIns="0" bIns="0"/>
          <a:lstStyle>
            <a:lvl1pPr>
              <a:spcBef>
                <a:spcPts val="0"/>
              </a:spcBef>
              <a:defRPr sz="950">
                <a:solidFill>
                  <a:schemeClr val="tx1"/>
                </a:solidFill>
              </a:defRPr>
            </a:lvl1pPr>
          </a:lstStyle>
          <a:p>
            <a:pPr lvl="0"/>
            <a:r>
              <a:rPr lang="en-US" dirty="0" smtClean="0"/>
              <a:t>Presenter Name</a:t>
            </a:r>
            <a:endParaRPr lang="en-US" dirty="0"/>
          </a:p>
        </p:txBody>
      </p:sp>
      <p:sp>
        <p:nvSpPr>
          <p:cNvPr id="13" name="Text Placeholder 9"/>
          <p:cNvSpPr>
            <a:spLocks noGrp="1"/>
          </p:cNvSpPr>
          <p:nvPr>
            <p:ph type="body" sz="quarter" idx="15" hasCustomPrompt="1"/>
          </p:nvPr>
        </p:nvSpPr>
        <p:spPr>
          <a:xfrm>
            <a:off x="6422098" y="1601707"/>
            <a:ext cx="2377514"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dirty="0" smtClean="0"/>
              <a:t>Disclaimer paragraph</a:t>
            </a:r>
            <a:endParaRPr lang="en-US" dirty="0"/>
          </a:p>
        </p:txBody>
      </p:sp>
      <p:sp>
        <p:nvSpPr>
          <p:cNvPr id="2" name="Date Placeholder 1"/>
          <p:cNvSpPr>
            <a:spLocks noGrp="1"/>
          </p:cNvSpPr>
          <p:nvPr>
            <p:ph type="dt" sz="half" idx="17"/>
          </p:nvPr>
        </p:nvSpPr>
        <p:spPr>
          <a:xfrm>
            <a:off x="6421438" y="1100212"/>
            <a:ext cx="2386012" cy="223277"/>
          </a:xfrm>
        </p:spPr>
        <p:txBody>
          <a:bodyPr/>
          <a:lstStyle/>
          <a:p>
            <a:endParaRPr lang="en-US" dirty="0"/>
          </a:p>
        </p:txBody>
      </p:sp>
    </p:spTree>
    <p:extLst>
      <p:ext uri="{BB962C8B-B14F-4D97-AF65-F5344CB8AC3E}">
        <p14:creationId xmlns:p14="http://schemas.microsoft.com/office/powerpoint/2010/main" val="288840615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5000"/>
              </a:lnSpc>
              <a:defRPr/>
            </a:lvl1pPr>
          </a:lstStyle>
          <a:p>
            <a:r>
              <a:rPr lang="en-US" dirty="0" smtClean="0"/>
              <a:t>Click to edit Master title style</a:t>
            </a:r>
            <a:endParaRPr lang="en-US" dirty="0"/>
          </a:p>
        </p:txBody>
      </p:sp>
      <p:sp>
        <p:nvSpPr>
          <p:cNvPr id="3" name="Footer Placeholder 2"/>
          <p:cNvSpPr>
            <a:spLocks noGrp="1"/>
          </p:cNvSpPr>
          <p:nvPr>
            <p:ph type="ftr" sz="quarter" idx="10"/>
          </p:nvPr>
        </p:nvSpPr>
        <p:spPr/>
        <p:txBody>
          <a:bodyPr/>
          <a:lstStyle/>
          <a:p>
            <a:r>
              <a:rPr lang="en-US" smtClean="0"/>
              <a:t>Private &amp; Confidential</a:t>
            </a:r>
            <a:endParaRPr lang="en-US" dirty="0"/>
          </a:p>
        </p:txBody>
      </p:sp>
      <p:sp>
        <p:nvSpPr>
          <p:cNvPr id="4" name="Slide Number Placeholder 3"/>
          <p:cNvSpPr>
            <a:spLocks noGrp="1"/>
          </p:cNvSpPr>
          <p:nvPr>
            <p:ph type="sldNum" sz="quarter" idx="11"/>
          </p:nvPr>
        </p:nvSpPr>
        <p:spPr/>
        <p:txBody>
          <a:bodyPr/>
          <a:lstStyle/>
          <a:p>
            <a:fld id="{BDDC3DCF-E0A7-DA4A-BC2C-1EC3743A297B}" type="slidenum">
              <a:rPr lang="en-US" smtClean="0"/>
              <a:pPr/>
              <a:t>‹#›</a:t>
            </a:fld>
            <a:endParaRPr lang="en-US" dirty="0"/>
          </a:p>
        </p:txBody>
      </p:sp>
      <p:sp>
        <p:nvSpPr>
          <p:cNvPr id="6" name="Content Placeholder 5"/>
          <p:cNvSpPr>
            <a:spLocks noGrp="1"/>
          </p:cNvSpPr>
          <p:nvPr>
            <p:ph sz="quarter" idx="12"/>
          </p:nvPr>
        </p:nvSpPr>
        <p:spPr>
          <a:xfrm>
            <a:off x="317351" y="1529220"/>
            <a:ext cx="8503543" cy="4279005"/>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ts val="0"/>
              </a:spcAft>
              <a:buClrTx/>
              <a:buSzTx/>
              <a:buFont typeface="Arial"/>
              <a:buNone/>
              <a:tabLst/>
              <a:defRPr b="0" i="0">
                <a:latin typeface="Arial Regular" charset="0"/>
                <a:cs typeface="Arial Regular" charset="0"/>
              </a:defRPr>
            </a:lvl2pPr>
          </a:lstStyle>
          <a:p>
            <a:pPr lvl="0"/>
            <a:r>
              <a:rPr lang="en-US" dirty="0" smtClean="0"/>
              <a:t>Click to edit Master text styles</a:t>
            </a:r>
          </a:p>
          <a:p>
            <a:pPr marL="182880" marR="0" lvl="1" indent="-182880" algn="l" defTabSz="457200" rtl="0" eaLnBrk="1" fontAlgn="auto" latinLnBrk="0" hangingPunct="1">
              <a:lnSpc>
                <a:spcPct val="100000"/>
              </a:lnSpc>
              <a:spcBef>
                <a:spcPts val="500"/>
              </a:spcBef>
              <a:spcAft>
                <a:spcPts val="0"/>
              </a:spcAft>
              <a:buClrTx/>
              <a:buSzTx/>
              <a:buFont typeface="Arial"/>
              <a:buChar char="•"/>
              <a:tabLst/>
              <a:defRPr/>
            </a:pPr>
            <a:r>
              <a:rPr lang="en-US" dirty="0" smtClean="0"/>
              <a:t>Second level. Level 2 Body text can be Regular or Bold. Level 2 Body text can be Regular or Bold. </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9"/>
          <p:cNvSpPr>
            <a:spLocks noGrp="1"/>
          </p:cNvSpPr>
          <p:nvPr>
            <p:ph type="body" sz="quarter" idx="13" hasCustomPrompt="1"/>
          </p:nvPr>
        </p:nvSpPr>
        <p:spPr>
          <a:xfrm>
            <a:off x="314324" y="747521"/>
            <a:ext cx="8122409" cy="440834"/>
          </a:xfrm>
        </p:spPr>
        <p:txBody>
          <a:bodyPr lIns="0" tIns="0" rIns="0" bIns="0"/>
          <a:lstStyle>
            <a:lvl1pPr>
              <a:defRPr sz="1900" b="0">
                <a:solidFill>
                  <a:schemeClr val="tx1"/>
                </a:solidFill>
              </a:defRPr>
            </a:lvl1pPr>
          </a:lstStyle>
          <a:p>
            <a:pPr lvl="0"/>
            <a:r>
              <a:rPr lang="en-US" dirty="0" smtClean="0"/>
              <a:t>Subtitle</a:t>
            </a:r>
            <a:endParaRPr lang="en-US" dirty="0"/>
          </a:p>
        </p:txBody>
      </p:sp>
    </p:spTree>
    <p:extLst>
      <p:ext uri="{BB962C8B-B14F-4D97-AF65-F5344CB8AC3E}">
        <p14:creationId xmlns:p14="http://schemas.microsoft.com/office/powerpoint/2010/main" val="366100287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Footer Placeholder 2"/>
          <p:cNvSpPr>
            <a:spLocks noGrp="1"/>
          </p:cNvSpPr>
          <p:nvPr>
            <p:ph type="ftr" sz="quarter" idx="10"/>
          </p:nvPr>
        </p:nvSpPr>
        <p:spPr/>
        <p:txBody>
          <a:bodyPr/>
          <a:lstStyle/>
          <a:p>
            <a:r>
              <a:rPr lang="en-US" smtClean="0"/>
              <a:t>Private &amp; Confidential</a:t>
            </a:r>
            <a:endParaRPr lang="en-US" dirty="0"/>
          </a:p>
        </p:txBody>
      </p:sp>
      <p:sp>
        <p:nvSpPr>
          <p:cNvPr id="4" name="Slide Number Placeholder 3"/>
          <p:cNvSpPr>
            <a:spLocks noGrp="1"/>
          </p:cNvSpPr>
          <p:nvPr>
            <p:ph type="sldNum" sz="quarter" idx="11"/>
          </p:nvPr>
        </p:nvSpPr>
        <p:spPr/>
        <p:txBody>
          <a:bodyPr/>
          <a:lstStyle/>
          <a:p>
            <a:fld id="{BDDC3DCF-E0A7-DA4A-BC2C-1EC3743A297B}" type="slidenum">
              <a:rPr lang="en-US" smtClean="0"/>
              <a:pPr/>
              <a:t>‹#›</a:t>
            </a:fld>
            <a:endParaRPr lang="en-US" dirty="0"/>
          </a:p>
        </p:txBody>
      </p:sp>
      <p:sp>
        <p:nvSpPr>
          <p:cNvPr id="6" name="Content Placeholder 5"/>
          <p:cNvSpPr>
            <a:spLocks noGrp="1"/>
          </p:cNvSpPr>
          <p:nvPr>
            <p:ph sz="quarter" idx="12"/>
          </p:nvPr>
        </p:nvSpPr>
        <p:spPr>
          <a:xfrm>
            <a:off x="317351" y="1529220"/>
            <a:ext cx="8503920" cy="2990117"/>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ts val="0"/>
              </a:spcAft>
              <a:buClrTx/>
              <a:buSzTx/>
              <a:buFont typeface="Arial"/>
              <a:buNone/>
              <a:tabLst/>
              <a:defRPr b="0" i="0">
                <a:latin typeface="Arial Regular" charset="0"/>
                <a:cs typeface="Arial Regular" charset="0"/>
              </a:defRPr>
            </a:lvl2pPr>
          </a:lstStyle>
          <a:p>
            <a:pPr lvl="0"/>
            <a:r>
              <a:rPr lang="en-US" dirty="0" smtClean="0"/>
              <a:t>Click to edit Master text styles</a:t>
            </a:r>
          </a:p>
          <a:p>
            <a:pPr marL="182880" marR="0" lvl="1" indent="-182880" algn="l" defTabSz="457200" rtl="0" eaLnBrk="1" fontAlgn="auto" latinLnBrk="0" hangingPunct="1">
              <a:lnSpc>
                <a:spcPct val="100000"/>
              </a:lnSpc>
              <a:spcBef>
                <a:spcPts val="500"/>
              </a:spcBef>
              <a:spcAft>
                <a:spcPts val="0"/>
              </a:spcAft>
              <a:buClrTx/>
              <a:buSzTx/>
              <a:buFont typeface="Arial"/>
              <a:buChar char="•"/>
              <a:tabLst/>
              <a:defRPr/>
            </a:pPr>
            <a:r>
              <a:rPr lang="en-US" dirty="0" smtClean="0"/>
              <a:t>Second level. Level 2 Body text can be Regular or Bold. Level 2 Body text can be Regular or Bold. </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5"/>
          <p:cNvSpPr>
            <a:spLocks noGrp="1"/>
          </p:cNvSpPr>
          <p:nvPr>
            <p:ph sz="quarter" idx="13"/>
          </p:nvPr>
        </p:nvSpPr>
        <p:spPr>
          <a:xfrm>
            <a:off x="314324" y="4921041"/>
            <a:ext cx="8503920" cy="1096047"/>
          </a:xfrm>
        </p:spPr>
        <p:txBody>
          <a:bodyPr anchor="b"/>
          <a:lstStyle>
            <a:lvl1pPr>
              <a:defRPr sz="950" b="0" i="0">
                <a:latin typeface="Arial Narrow" charset="0"/>
                <a:ea typeface="Arial Narrow" charset="0"/>
                <a:cs typeface="Arial Narrow" charset="0"/>
              </a:defRPr>
            </a:lvl1pPr>
            <a:lvl2pPr marL="0" marR="0" indent="0" algn="l" defTabSz="457200" rtl="0" eaLnBrk="1" fontAlgn="auto" latinLnBrk="0" hangingPunct="1">
              <a:lnSpc>
                <a:spcPct val="100000"/>
              </a:lnSpc>
              <a:spcBef>
                <a:spcPts val="500"/>
              </a:spcBef>
              <a:spcAft>
                <a:spcPts val="0"/>
              </a:spcAft>
              <a:buClrTx/>
              <a:buSzTx/>
              <a:buFont typeface="Arial"/>
              <a:buNone/>
              <a:tabLst/>
              <a:defRPr sz="950" b="0" i="0">
                <a:latin typeface="Arial Narrow" charset="0"/>
                <a:ea typeface="Arial Narrow" charset="0"/>
                <a:cs typeface="Arial Narrow" charset="0"/>
              </a:defRPr>
            </a:lvl2pPr>
            <a:lvl3pPr>
              <a:defRPr sz="950">
                <a:latin typeface="Arial Narrow" charset="0"/>
                <a:ea typeface="Arial Narrow" charset="0"/>
                <a:cs typeface="Arial Narrow" charset="0"/>
              </a:defRPr>
            </a:lvl3pPr>
            <a:lvl4pPr>
              <a:defRPr sz="950">
                <a:latin typeface="Arial Narrow" charset="0"/>
                <a:ea typeface="Arial Narrow" charset="0"/>
                <a:cs typeface="Arial Narrow" charset="0"/>
              </a:defRPr>
            </a:lvl4pPr>
            <a:lvl5pPr>
              <a:defRPr sz="950">
                <a:latin typeface="Arial Narrow" charset="0"/>
                <a:ea typeface="Arial Narrow" charset="0"/>
                <a:cs typeface="Arial Narrow" charset="0"/>
              </a:defRPr>
            </a:lvl5pPr>
          </a:lstStyle>
          <a:p>
            <a:pPr lvl="0"/>
            <a:r>
              <a:rPr lang="en-US" dirty="0" smtClean="0"/>
              <a:t>Click to edit Master text styles</a:t>
            </a:r>
          </a:p>
          <a:p>
            <a:pPr marL="182880" marR="0" lvl="1" indent="-182880" algn="l" defTabSz="457200" rtl="0" eaLnBrk="1" fontAlgn="auto" latinLnBrk="0" hangingPunct="1">
              <a:lnSpc>
                <a:spcPct val="100000"/>
              </a:lnSpc>
              <a:spcBef>
                <a:spcPts val="500"/>
              </a:spcBef>
              <a:spcAft>
                <a:spcPts val="0"/>
              </a:spcAft>
              <a:buClrTx/>
              <a:buSzTx/>
              <a:buFont typeface="Arial"/>
              <a:buChar char="•"/>
              <a:tabLst/>
              <a:defRPr/>
            </a:pPr>
            <a:r>
              <a:rPr lang="en-US" dirty="0" smtClean="0"/>
              <a:t>Second level. Level 2 Body text can be Regular or Bold. Level 2 Body text can be Regular or Bold. </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dirty="0" smtClean="0"/>
              <a:t>Subtitle</a:t>
            </a:r>
            <a:endParaRPr lang="en-US" dirty="0"/>
          </a:p>
        </p:txBody>
      </p:sp>
    </p:spTree>
    <p:extLst>
      <p:ext uri="{BB962C8B-B14F-4D97-AF65-F5344CB8AC3E}">
        <p14:creationId xmlns:p14="http://schemas.microsoft.com/office/powerpoint/2010/main" val="376742438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Big poi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Footer Placeholder 2"/>
          <p:cNvSpPr>
            <a:spLocks noGrp="1"/>
          </p:cNvSpPr>
          <p:nvPr>
            <p:ph type="ftr" sz="quarter" idx="10"/>
          </p:nvPr>
        </p:nvSpPr>
        <p:spPr/>
        <p:txBody>
          <a:bodyPr/>
          <a:lstStyle/>
          <a:p>
            <a:r>
              <a:rPr lang="en-US" smtClean="0"/>
              <a:t>Private &amp; Confidential</a:t>
            </a:r>
            <a:endParaRPr lang="en-US" dirty="0"/>
          </a:p>
        </p:txBody>
      </p:sp>
      <p:sp>
        <p:nvSpPr>
          <p:cNvPr id="4" name="Slide Number Placeholder 3"/>
          <p:cNvSpPr>
            <a:spLocks noGrp="1"/>
          </p:cNvSpPr>
          <p:nvPr>
            <p:ph type="sldNum" sz="quarter" idx="11"/>
          </p:nvPr>
        </p:nvSpPr>
        <p:spPr/>
        <p:txBody>
          <a:bodyPr/>
          <a:lstStyle/>
          <a:p>
            <a:fld id="{BDDC3DCF-E0A7-DA4A-BC2C-1EC3743A297B}" type="slidenum">
              <a:rPr lang="en-US" smtClean="0"/>
              <a:pPr/>
              <a:t>‹#›</a:t>
            </a:fld>
            <a:endParaRPr lang="en-US" dirty="0"/>
          </a:p>
        </p:txBody>
      </p:sp>
      <p:sp>
        <p:nvSpPr>
          <p:cNvPr id="6" name="Content Placeholder 5"/>
          <p:cNvSpPr>
            <a:spLocks noGrp="1"/>
          </p:cNvSpPr>
          <p:nvPr>
            <p:ph sz="quarter" idx="12" hasCustomPrompt="1"/>
          </p:nvPr>
        </p:nvSpPr>
        <p:spPr>
          <a:xfrm>
            <a:off x="317350" y="1464423"/>
            <a:ext cx="4553195" cy="4339737"/>
          </a:xfrm>
        </p:spPr>
        <p:txBody>
          <a:bodyPr/>
          <a:lstStyle>
            <a:lvl1pPr>
              <a:defRPr sz="3750" b="0" i="0">
                <a:latin typeface="Arial Regular" charset="0"/>
                <a:cs typeface="Arial Regular" charset="0"/>
              </a:defRPr>
            </a:lvl1pPr>
          </a:lstStyle>
          <a:p>
            <a:pPr lvl="0"/>
            <a:r>
              <a:rPr lang="en-US" dirty="0" smtClean="0"/>
              <a:t>This is a quote or a call-out message.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5"/>
          <p:cNvSpPr>
            <a:spLocks noGrp="1"/>
          </p:cNvSpPr>
          <p:nvPr>
            <p:ph sz="quarter" idx="13" hasCustomPrompt="1"/>
          </p:nvPr>
        </p:nvSpPr>
        <p:spPr>
          <a:xfrm>
            <a:off x="5325131" y="1464423"/>
            <a:ext cx="3482320" cy="4339484"/>
          </a:xfrm>
        </p:spPr>
        <p:txBody>
          <a:bodyPr/>
          <a:lstStyle>
            <a:lvl1pPr>
              <a:defRPr sz="2000" b="0" i="0" baseline="0">
                <a:latin typeface="Arial Regular" charset="0"/>
                <a:cs typeface="Arial Regular" charset="0"/>
              </a:defRPr>
            </a:lvl1pPr>
            <a:lvl2pPr marL="171450" indent="-171450">
              <a:buFont typeface="Arial"/>
              <a:buChar char="•"/>
              <a:defRPr sz="1000"/>
            </a:lvl2pPr>
          </a:lstStyle>
          <a:p>
            <a:pPr lvl="0"/>
            <a:r>
              <a:rPr lang="en-US" dirty="0" smtClean="0"/>
              <a:t>Play with your available ratios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dirty="0" smtClean="0"/>
              <a:t>Subtitle</a:t>
            </a:r>
            <a:endParaRPr lang="en-US" dirty="0"/>
          </a:p>
        </p:txBody>
      </p:sp>
    </p:spTree>
    <p:extLst>
      <p:ext uri="{BB962C8B-B14F-4D97-AF65-F5344CB8AC3E}">
        <p14:creationId xmlns:p14="http://schemas.microsoft.com/office/powerpoint/2010/main" val="2529520575"/>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white plain">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dirty="0" smtClean="0"/>
              <a:t>Divider</a:t>
            </a:r>
            <a:br>
              <a:rPr lang="en-US" dirty="0" smtClean="0"/>
            </a:br>
            <a:r>
              <a:rPr lang="en-US" dirty="0" smtClean="0"/>
              <a:t>Page</a:t>
            </a:r>
            <a:endParaRPr lang="en-US" dirty="0"/>
          </a:p>
        </p:txBody>
      </p:sp>
      <p:sp>
        <p:nvSpPr>
          <p:cNvPr id="3" name="Footer Placeholder 2"/>
          <p:cNvSpPr>
            <a:spLocks noGrp="1"/>
          </p:cNvSpPr>
          <p:nvPr>
            <p:ph type="ftr" sz="quarter" idx="17"/>
          </p:nvPr>
        </p:nvSpPr>
        <p:spPr/>
        <p:txBody>
          <a:bodyPr/>
          <a:lstStyle/>
          <a:p>
            <a:r>
              <a:rPr lang="en-US" smtClean="0"/>
              <a:t>Private &amp; Confidential</a:t>
            </a:r>
            <a:endParaRPr lang="en-US" dirty="0"/>
          </a:p>
        </p:txBody>
      </p:sp>
      <p:sp>
        <p:nvSpPr>
          <p:cNvPr id="5" name="Slide Number Placeholder 4"/>
          <p:cNvSpPr>
            <a:spLocks noGrp="1"/>
          </p:cNvSpPr>
          <p:nvPr>
            <p:ph type="sldNum" sz="quarter" idx="18"/>
          </p:nvPr>
        </p:nvSpPr>
        <p:spPr/>
        <p:txBody>
          <a:bodyPr/>
          <a:lstStyle/>
          <a:p>
            <a:fld id="{BDDC3DCF-E0A7-DA4A-BC2C-1EC3743A297B}" type="slidenum">
              <a:rPr lang="en-US" smtClean="0"/>
              <a:pPr/>
              <a:t>‹#›</a:t>
            </a:fld>
            <a:endParaRPr lang="en-US" dirty="0"/>
          </a:p>
        </p:txBody>
      </p:sp>
    </p:spTree>
    <p:extLst>
      <p:ext uri="{BB962C8B-B14F-4D97-AF65-F5344CB8AC3E}">
        <p14:creationId xmlns:p14="http://schemas.microsoft.com/office/powerpoint/2010/main" val="266943003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dirty="0" smtClean="0"/>
              <a:t>Divider</a:t>
            </a:r>
            <a:br>
              <a:rPr lang="en-US" dirty="0" smtClean="0"/>
            </a:br>
            <a:r>
              <a:rPr lang="en-US" dirty="0" smtClean="0"/>
              <a:t>Page</a:t>
            </a:r>
            <a:endParaRPr lang="en-US" dirty="0"/>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dirty="0" smtClean="0"/>
              <a:t>Private &amp; Confidential</a:t>
            </a:r>
            <a:endParaRPr lang="en-US" dirty="0"/>
          </a:p>
        </p:txBody>
      </p:sp>
      <p:sp>
        <p:nvSpPr>
          <p:cNvPr id="5" name="Slide Number Placeholder 4"/>
          <p:cNvSpPr>
            <a:spLocks noGrp="1"/>
          </p:cNvSpPr>
          <p:nvPr>
            <p:ph type="sldNum" sz="quarter" idx="18"/>
          </p:nvPr>
        </p:nvSpPr>
        <p:spPr/>
        <p:txBody>
          <a:bodyPr/>
          <a:lstStyle>
            <a:lvl1pPr>
              <a:defRPr>
                <a:solidFill>
                  <a:schemeClr val="tx1"/>
                </a:solidFill>
              </a:defRPr>
            </a:lvl1pPr>
          </a:lstStyle>
          <a:p>
            <a:fld id="{BDDC3DCF-E0A7-DA4A-BC2C-1EC3743A297B}" type="slidenum">
              <a:rPr lang="en-US" smtClean="0"/>
              <a:pPr/>
              <a:t>‹#›</a:t>
            </a:fld>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89164655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Image Big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23699"/>
            <a:ext cx="7315200" cy="1201846"/>
          </a:xfrm>
        </p:spPr>
        <p:txBody>
          <a:bodyPr lIns="0" tIns="0" rIns="0" bIns="0"/>
          <a:lstStyle>
            <a:lvl1pPr>
              <a:lnSpc>
                <a:spcPct val="90000"/>
              </a:lnSpc>
              <a:defRPr sz="3750" b="0" i="0">
                <a:solidFill>
                  <a:schemeClr val="tx1"/>
                </a:solidFill>
                <a:latin typeface="Arial Regular" charset="0"/>
                <a:cs typeface="Arial Regular" charset="0"/>
              </a:defRPr>
            </a:lvl1pPr>
          </a:lstStyle>
          <a:p>
            <a:r>
              <a:rPr lang="en-US" dirty="0" smtClean="0"/>
              <a:t>Divider</a:t>
            </a:r>
            <a:br>
              <a:rPr lang="en-US" dirty="0" smtClean="0"/>
            </a:br>
            <a:r>
              <a:rPr lang="en-US" dirty="0" smtClean="0"/>
              <a:t>Page</a:t>
            </a:r>
            <a:endParaRPr lang="en-US" dirty="0"/>
          </a:p>
        </p:txBody>
      </p:sp>
      <p:sp>
        <p:nvSpPr>
          <p:cNvPr id="3" name="Footer Placeholder 2"/>
          <p:cNvSpPr>
            <a:spLocks noGrp="1"/>
          </p:cNvSpPr>
          <p:nvPr>
            <p:ph type="ftr" sz="quarter" idx="17"/>
          </p:nvPr>
        </p:nvSpPr>
        <p:spPr/>
        <p:txBody>
          <a:bodyPr/>
          <a:lstStyle/>
          <a:p>
            <a:r>
              <a:rPr lang="en-US" dirty="0" smtClean="0"/>
              <a:t>Private &amp; Confidential</a:t>
            </a:r>
            <a:endParaRPr lang="en-US" dirty="0"/>
          </a:p>
        </p:txBody>
      </p:sp>
      <p:sp>
        <p:nvSpPr>
          <p:cNvPr id="5" name="Slide Number Placeholder 4"/>
          <p:cNvSpPr>
            <a:spLocks noGrp="1"/>
          </p:cNvSpPr>
          <p:nvPr>
            <p:ph type="sldNum" sz="quarter" idx="18"/>
          </p:nvPr>
        </p:nvSpPr>
        <p:spPr/>
        <p:txBody>
          <a:bodyPr/>
          <a:lstStyle/>
          <a:p>
            <a:fld id="{BDDC3DCF-E0A7-DA4A-BC2C-1EC3743A297B}" type="slidenum">
              <a:rPr lang="en-US" smtClean="0"/>
              <a:pPr/>
              <a:t>‹#›</a:t>
            </a:fld>
            <a:endParaRPr lang="en-US" dirty="0"/>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dirty="0"/>
          </a:p>
        </p:txBody>
      </p:sp>
    </p:spTree>
    <p:extLst>
      <p:ext uri="{BB962C8B-B14F-4D97-AF65-F5344CB8AC3E}">
        <p14:creationId xmlns:p14="http://schemas.microsoft.com/office/powerpoint/2010/main" val="356276450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white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46682"/>
          </a:xfrm>
        </p:spPr>
        <p:txBody>
          <a:bodyPr lIns="0" tIns="0" rIns="0" bIns="0"/>
          <a:lstStyle>
            <a:lvl1pPr>
              <a:lnSpc>
                <a:spcPct val="95000"/>
              </a:lnSpc>
              <a:defRPr sz="2000" b="0" i="0">
                <a:solidFill>
                  <a:schemeClr val="tx1"/>
                </a:solidFill>
                <a:latin typeface="Arial Regular" charset="0"/>
                <a:cs typeface="Arial Regular" charset="0"/>
              </a:defRPr>
            </a:lvl1pPr>
          </a:lstStyle>
          <a:p>
            <a:r>
              <a:rPr lang="en-US" dirty="0" smtClean="0"/>
              <a:t>Divider</a:t>
            </a:r>
            <a:br>
              <a:rPr lang="en-US" dirty="0" smtClean="0"/>
            </a:br>
            <a:r>
              <a:rPr lang="en-US" dirty="0" smtClean="0"/>
              <a:t>Page</a:t>
            </a:r>
            <a:endParaRPr lang="en-US" dirty="0"/>
          </a:p>
        </p:txBody>
      </p:sp>
      <p:sp>
        <p:nvSpPr>
          <p:cNvPr id="3" name="Footer Placeholder 2"/>
          <p:cNvSpPr>
            <a:spLocks noGrp="1"/>
          </p:cNvSpPr>
          <p:nvPr>
            <p:ph type="ftr" sz="quarter" idx="17"/>
          </p:nvPr>
        </p:nvSpPr>
        <p:spPr/>
        <p:txBody>
          <a:bodyPr/>
          <a:lstStyle/>
          <a:p>
            <a:r>
              <a:rPr lang="en-US" smtClean="0"/>
              <a:t>Private &amp; Confidential</a:t>
            </a:r>
            <a:endParaRPr lang="en-US" dirty="0"/>
          </a:p>
        </p:txBody>
      </p:sp>
      <p:sp>
        <p:nvSpPr>
          <p:cNvPr id="5" name="Slide Number Placeholder 4"/>
          <p:cNvSpPr>
            <a:spLocks noGrp="1"/>
          </p:cNvSpPr>
          <p:nvPr>
            <p:ph type="sldNum" sz="quarter" idx="18"/>
          </p:nvPr>
        </p:nvSpPr>
        <p:spPr/>
        <p:txBody>
          <a:bodyPr/>
          <a:lstStyle/>
          <a:p>
            <a:fld id="{BDDC3DCF-E0A7-DA4A-BC2C-1EC3743A297B}" type="slidenum">
              <a:rPr lang="en-US" smtClean="0"/>
              <a:pPr/>
              <a:t>‹#›</a:t>
            </a:fld>
            <a:endParaRPr lang="en-US" dirty="0"/>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Tree>
    <p:extLst>
      <p:ext uri="{BB962C8B-B14F-4D97-AF65-F5344CB8AC3E}">
        <p14:creationId xmlns:p14="http://schemas.microsoft.com/office/powerpoint/2010/main" val="125217246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black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98520"/>
          </a:xfrm>
        </p:spPr>
        <p:txBody>
          <a:bodyPr lIns="0" tIns="0" rIns="0" bIns="0"/>
          <a:lstStyle>
            <a:lvl1pPr>
              <a:lnSpc>
                <a:spcPct val="90000"/>
              </a:lnSpc>
              <a:defRPr sz="2000" b="0" i="0">
                <a:solidFill>
                  <a:schemeClr val="tx1"/>
                </a:solidFill>
                <a:latin typeface="Arial Regular" charset="0"/>
                <a:cs typeface="Arial Regular" charset="0"/>
              </a:defRPr>
            </a:lvl1pPr>
          </a:lstStyle>
          <a:p>
            <a:r>
              <a:rPr lang="en-US" dirty="0" smtClean="0"/>
              <a:t>Divider</a:t>
            </a:r>
            <a:br>
              <a:rPr lang="en-US" dirty="0" smtClean="0"/>
            </a:br>
            <a:r>
              <a:rPr lang="en-US" dirty="0" smtClean="0"/>
              <a:t>Page</a:t>
            </a:r>
            <a:endParaRPr lang="en-US" dirty="0"/>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smtClean="0"/>
              <a:t>Private &amp; Confidential</a:t>
            </a:r>
            <a:endParaRPr lang="en-US" dirty="0"/>
          </a:p>
        </p:txBody>
      </p:sp>
      <p:sp>
        <p:nvSpPr>
          <p:cNvPr id="5" name="Slide Number Placeholder 4"/>
          <p:cNvSpPr>
            <a:spLocks noGrp="1"/>
          </p:cNvSpPr>
          <p:nvPr>
            <p:ph type="sldNum" sz="quarter" idx="18"/>
          </p:nvPr>
        </p:nvSpPr>
        <p:spPr/>
        <p:txBody>
          <a:bodyPr/>
          <a:lstStyle>
            <a:lvl1pPr>
              <a:defRPr>
                <a:solidFill>
                  <a:srgbClr val="FFFFFF"/>
                </a:solidFill>
              </a:defRPr>
            </a:lvl1pPr>
          </a:lstStyle>
          <a:p>
            <a:fld id="{BDDC3DCF-E0A7-DA4A-BC2C-1EC3743A297B}" type="slidenum">
              <a:rPr lang="en-US" smtClean="0"/>
              <a:pPr/>
              <a:t>‹#›</a:t>
            </a:fld>
            <a:endParaRPr lang="en-US" dirty="0"/>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
        <p:nvSpPr>
          <p:cNvPr id="9" name="Rectangle 8"/>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155361767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Footer Placeholder 2"/>
          <p:cNvSpPr>
            <a:spLocks noGrp="1"/>
          </p:cNvSpPr>
          <p:nvPr>
            <p:ph type="ftr" sz="quarter" idx="10"/>
          </p:nvPr>
        </p:nvSpPr>
        <p:spPr/>
        <p:txBody>
          <a:bodyPr/>
          <a:lstStyle/>
          <a:p>
            <a:r>
              <a:rPr lang="en-US" smtClean="0"/>
              <a:t>Private &amp; Confidential</a:t>
            </a:r>
            <a:endParaRPr lang="en-US" dirty="0"/>
          </a:p>
        </p:txBody>
      </p:sp>
      <p:sp>
        <p:nvSpPr>
          <p:cNvPr id="4" name="Slide Number Placeholder 3"/>
          <p:cNvSpPr>
            <a:spLocks noGrp="1"/>
          </p:cNvSpPr>
          <p:nvPr>
            <p:ph type="sldNum" sz="quarter" idx="11"/>
          </p:nvPr>
        </p:nvSpPr>
        <p:spPr/>
        <p:txBody>
          <a:bodyPr/>
          <a:lstStyle/>
          <a:p>
            <a:fld id="{BDDC3DCF-E0A7-DA4A-BC2C-1EC3743A297B}" type="slidenum">
              <a:rPr lang="en-US" smtClean="0"/>
              <a:pPr/>
              <a:t>‹#›</a:t>
            </a:fld>
            <a:endParaRPr lang="en-US" dirty="0"/>
          </a:p>
        </p:txBody>
      </p:sp>
      <p:sp>
        <p:nvSpPr>
          <p:cNvPr id="6" name="Content Placeholder 5"/>
          <p:cNvSpPr>
            <a:spLocks noGrp="1"/>
          </p:cNvSpPr>
          <p:nvPr>
            <p:ph sz="quarter" idx="12"/>
          </p:nvPr>
        </p:nvSpPr>
        <p:spPr>
          <a:xfrm>
            <a:off x="317351"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5"/>
          <p:cNvSpPr>
            <a:spLocks noGrp="1"/>
          </p:cNvSpPr>
          <p:nvPr>
            <p:ph sz="quarter" idx="13"/>
          </p:nvPr>
        </p:nvSpPr>
        <p:spPr>
          <a:xfrm>
            <a:off x="4796298"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dirty="0" smtClean="0"/>
              <a:t>Subtitle</a:t>
            </a:r>
            <a:endParaRPr lang="en-US" dirty="0"/>
          </a:p>
        </p:txBody>
      </p:sp>
    </p:spTree>
    <p:extLst>
      <p:ext uri="{BB962C8B-B14F-4D97-AF65-F5344CB8AC3E}">
        <p14:creationId xmlns:p14="http://schemas.microsoft.com/office/powerpoint/2010/main" val="3979226479"/>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columns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Footer Placeholder 2"/>
          <p:cNvSpPr>
            <a:spLocks noGrp="1"/>
          </p:cNvSpPr>
          <p:nvPr>
            <p:ph type="ftr" sz="quarter" idx="10"/>
          </p:nvPr>
        </p:nvSpPr>
        <p:spPr/>
        <p:txBody>
          <a:bodyPr/>
          <a:lstStyle/>
          <a:p>
            <a:r>
              <a:rPr lang="en-US" smtClean="0"/>
              <a:t>Private &amp; Confidential</a:t>
            </a:r>
            <a:endParaRPr lang="en-US" dirty="0"/>
          </a:p>
        </p:txBody>
      </p:sp>
      <p:sp>
        <p:nvSpPr>
          <p:cNvPr id="4" name="Slide Number Placeholder 3"/>
          <p:cNvSpPr>
            <a:spLocks noGrp="1"/>
          </p:cNvSpPr>
          <p:nvPr>
            <p:ph type="sldNum" sz="quarter" idx="11"/>
          </p:nvPr>
        </p:nvSpPr>
        <p:spPr/>
        <p:txBody>
          <a:bodyPr/>
          <a:lstStyle/>
          <a:p>
            <a:fld id="{BDDC3DCF-E0A7-DA4A-BC2C-1EC3743A297B}" type="slidenum">
              <a:rPr lang="en-US" smtClean="0"/>
              <a:pPr/>
              <a:t>‹#›</a:t>
            </a:fld>
            <a:endParaRPr lang="en-US" dirty="0"/>
          </a:p>
        </p:txBody>
      </p:sp>
      <p:sp>
        <p:nvSpPr>
          <p:cNvPr id="6" name="Content Placeholder 5"/>
          <p:cNvSpPr>
            <a:spLocks noGrp="1"/>
          </p:cNvSpPr>
          <p:nvPr>
            <p:ph sz="quarter" idx="12"/>
          </p:nvPr>
        </p:nvSpPr>
        <p:spPr>
          <a:xfrm>
            <a:off x="317350" y="1144741"/>
            <a:ext cx="8490099" cy="855797"/>
          </a:xfrm>
        </p:spPr>
        <p:txBody>
          <a:bodyPr/>
          <a:lstStyle>
            <a:lvl1pPr>
              <a:defRPr sz="1400" b="0" i="0">
                <a:solidFill>
                  <a:schemeClr val="tx1"/>
                </a:solidFill>
                <a:latin typeface="Arial Regular" charset="0"/>
                <a:cs typeface="Arial Regular" charset="0"/>
              </a:defRPr>
            </a:lvl1pPr>
            <a:lvl2pPr>
              <a:defRPr>
                <a:latin typeface="Akkurat Pro"/>
                <a:cs typeface="Akkurat Pro"/>
              </a:defRPr>
            </a:lvl2pPr>
          </a:lstStyle>
          <a:p>
            <a:pPr lvl="0"/>
            <a:r>
              <a:rPr lang="en-US" dirty="0" smtClean="0"/>
              <a:t>Click to edit Master text styles</a:t>
            </a:r>
            <a:endParaRPr lang="en-US" dirty="0"/>
          </a:p>
        </p:txBody>
      </p:sp>
      <p:sp>
        <p:nvSpPr>
          <p:cNvPr id="8" name="Picture Placeholder 7"/>
          <p:cNvSpPr>
            <a:spLocks noGrp="1"/>
          </p:cNvSpPr>
          <p:nvPr>
            <p:ph type="pic" sz="quarter" idx="14"/>
          </p:nvPr>
        </p:nvSpPr>
        <p:spPr>
          <a:xfrm>
            <a:off x="317500" y="2281526"/>
            <a:ext cx="4011613" cy="2935710"/>
          </a:xfrm>
        </p:spPr>
        <p:txBody>
          <a:bodyPr anchor="ctr"/>
          <a:lstStyle>
            <a:lvl1pPr algn="ctr">
              <a:defRPr/>
            </a:lvl1pPr>
          </a:lstStyle>
          <a:p>
            <a:endParaRPr lang="en-US" dirty="0"/>
          </a:p>
        </p:txBody>
      </p:sp>
      <p:sp>
        <p:nvSpPr>
          <p:cNvPr id="10" name="Text Placeholder 9"/>
          <p:cNvSpPr>
            <a:spLocks noGrp="1"/>
          </p:cNvSpPr>
          <p:nvPr>
            <p:ph type="body" sz="quarter" idx="15"/>
          </p:nvPr>
        </p:nvSpPr>
        <p:spPr>
          <a:xfrm>
            <a:off x="320675" y="2000538"/>
            <a:ext cx="4008438" cy="280988"/>
          </a:xfrm>
        </p:spPr>
        <p:txBody>
          <a:bodyPr/>
          <a:lstStyle>
            <a:lvl1pPr algn="ctr">
              <a:defRPr sz="1000">
                <a:solidFill>
                  <a:srgbClr val="000000"/>
                </a:solidFill>
              </a:defRPr>
            </a:lvl1pPr>
          </a:lstStyle>
          <a:p>
            <a:pPr lvl="0"/>
            <a:r>
              <a:rPr lang="en-US" dirty="0" smtClean="0"/>
              <a:t>Click to edit Master text styles</a:t>
            </a:r>
            <a:endParaRPr lang="en-US" dirty="0"/>
          </a:p>
        </p:txBody>
      </p:sp>
      <p:sp>
        <p:nvSpPr>
          <p:cNvPr id="11" name="Picture Placeholder 7"/>
          <p:cNvSpPr>
            <a:spLocks noGrp="1"/>
          </p:cNvSpPr>
          <p:nvPr>
            <p:ph type="pic" sz="quarter" idx="16"/>
          </p:nvPr>
        </p:nvSpPr>
        <p:spPr>
          <a:xfrm>
            <a:off x="4803725" y="2281526"/>
            <a:ext cx="4011613" cy="2935710"/>
          </a:xfrm>
        </p:spPr>
        <p:txBody>
          <a:bodyPr anchor="ctr"/>
          <a:lstStyle>
            <a:lvl1pPr algn="ctr">
              <a:defRPr/>
            </a:lvl1pPr>
          </a:lstStyle>
          <a:p>
            <a:endParaRPr lang="en-US"/>
          </a:p>
        </p:txBody>
      </p:sp>
      <p:sp>
        <p:nvSpPr>
          <p:cNvPr id="12" name="Text Placeholder 9"/>
          <p:cNvSpPr>
            <a:spLocks noGrp="1"/>
          </p:cNvSpPr>
          <p:nvPr>
            <p:ph type="body" sz="quarter" idx="17"/>
          </p:nvPr>
        </p:nvSpPr>
        <p:spPr>
          <a:xfrm>
            <a:off x="4806900" y="2000538"/>
            <a:ext cx="4008438" cy="280988"/>
          </a:xfrm>
        </p:spPr>
        <p:txBody>
          <a:bodyPr/>
          <a:lstStyle>
            <a:lvl1pPr algn="ctr">
              <a:defRPr sz="1000">
                <a:solidFill>
                  <a:srgbClr val="000000"/>
                </a:solidFill>
              </a:defRPr>
            </a:lvl1pPr>
          </a:lstStyle>
          <a:p>
            <a:pPr lvl="0"/>
            <a:r>
              <a:rPr lang="en-US" dirty="0" smtClean="0"/>
              <a:t>Click to edit Master text styles</a:t>
            </a:r>
            <a:endParaRPr lang="en-US" dirty="0"/>
          </a:p>
        </p:txBody>
      </p:sp>
      <p:sp>
        <p:nvSpPr>
          <p:cNvPr id="14" name="Text Placeholder 13"/>
          <p:cNvSpPr>
            <a:spLocks noGrp="1"/>
          </p:cNvSpPr>
          <p:nvPr>
            <p:ph type="body" sz="quarter" idx="18"/>
          </p:nvPr>
        </p:nvSpPr>
        <p:spPr>
          <a:xfrm>
            <a:off x="320675" y="5403972"/>
            <a:ext cx="8500220" cy="583922"/>
          </a:xfrm>
        </p:spPr>
        <p:txBody>
          <a:bodyPr anchor="b"/>
          <a:lstStyle>
            <a:lvl1pPr>
              <a:defRPr sz="950" b="0" i="0">
                <a:solidFill>
                  <a:schemeClr val="tx1"/>
                </a:solidFill>
                <a:latin typeface="Arial Narrow" charset="0"/>
                <a:ea typeface="Arial Narrow" charset="0"/>
                <a:cs typeface="Arial Narrow" charset="0"/>
              </a:defRPr>
            </a:lvl1pPr>
            <a:lvl2pPr>
              <a:defRPr sz="950" b="0" i="0">
                <a:solidFill>
                  <a:schemeClr val="tx1"/>
                </a:solidFill>
                <a:latin typeface="Arial Narrow" charset="0"/>
                <a:ea typeface="Arial Narrow" charset="0"/>
                <a:cs typeface="Arial Narrow" charset="0"/>
              </a:defRPr>
            </a:lvl2pPr>
            <a:lvl3pPr>
              <a:defRPr sz="95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dirty="0" smtClean="0"/>
              <a:t>Click to edit Master text styles</a:t>
            </a:r>
          </a:p>
          <a:p>
            <a:pPr lvl="1"/>
            <a:r>
              <a:rPr lang="en-US" dirty="0" smtClean="0"/>
              <a:t>Second level</a:t>
            </a:r>
          </a:p>
          <a:p>
            <a:pPr lvl="2"/>
            <a:r>
              <a:rPr lang="en-US" dirty="0" smtClean="0"/>
              <a:t>Third level</a:t>
            </a:r>
            <a:endParaRPr lang="en-US" dirty="0"/>
          </a:p>
        </p:txBody>
      </p:sp>
    </p:spTree>
    <p:extLst>
      <p:ext uri="{BB962C8B-B14F-4D97-AF65-F5344CB8AC3E}">
        <p14:creationId xmlns:p14="http://schemas.microsoft.com/office/powerpoint/2010/main" val="2690588368"/>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smtClean="0"/>
              <a:t>Private &amp; Confidential</a:t>
            </a:r>
            <a:endParaRPr lang="en-US" dirty="0"/>
          </a:p>
        </p:txBody>
      </p:sp>
      <p:sp>
        <p:nvSpPr>
          <p:cNvPr id="4" name="Slide Number Placeholder 3"/>
          <p:cNvSpPr>
            <a:spLocks noGrp="1"/>
          </p:cNvSpPr>
          <p:nvPr>
            <p:ph type="sldNum" sz="quarter" idx="11"/>
          </p:nvPr>
        </p:nvSpPr>
        <p:spPr/>
        <p:txBody>
          <a:bodyPr/>
          <a:lstStyle/>
          <a:p>
            <a:fld id="{BDDC3DCF-E0A7-DA4A-BC2C-1EC3743A297B}" type="slidenum">
              <a:rPr lang="en-US" smtClean="0"/>
              <a:pPr/>
              <a:t>‹#›</a:t>
            </a:fld>
            <a:endParaRPr lang="en-US" dirty="0"/>
          </a:p>
        </p:txBody>
      </p:sp>
      <p:sp>
        <p:nvSpPr>
          <p:cNvPr id="6" name="Content Placeholder 5"/>
          <p:cNvSpPr>
            <a:spLocks noGrp="1"/>
          </p:cNvSpPr>
          <p:nvPr>
            <p:ph sz="quarter" idx="12"/>
          </p:nvPr>
        </p:nvSpPr>
        <p:spPr>
          <a:xfrm>
            <a:off x="317351" y="1063782"/>
            <a:ext cx="8503543" cy="4727418"/>
          </a:xfrm>
        </p:spPr>
        <p:txBody>
          <a:bodyPr/>
          <a:lstStyle>
            <a:lvl1pPr>
              <a:defRPr sz="950" b="0" i="0">
                <a:latin typeface="Arial Narrow"/>
                <a:cs typeface="Arial Narrow"/>
              </a:defRPr>
            </a:lvl1pPr>
            <a:lvl2pPr marL="0" marR="0" indent="0" algn="l" defTabSz="457200" rtl="0" eaLnBrk="1" fontAlgn="auto" latinLnBrk="0" hangingPunct="1">
              <a:lnSpc>
                <a:spcPct val="100000"/>
              </a:lnSpc>
              <a:spcBef>
                <a:spcPts val="500"/>
              </a:spcBef>
              <a:spcAft>
                <a:spcPts val="0"/>
              </a:spcAft>
              <a:buClrTx/>
              <a:buSzTx/>
              <a:buFont typeface="Arial"/>
              <a:buNone/>
              <a:tabLst/>
              <a:defRPr sz="950" b="0" i="0">
                <a:latin typeface="Arial Narrow"/>
                <a:cs typeface="Arial Narrow"/>
              </a:defRPr>
            </a:lvl2pPr>
            <a:lvl3pPr>
              <a:defRPr sz="950">
                <a:latin typeface="Arial Narrow"/>
                <a:cs typeface="Arial Narrow"/>
              </a:defRPr>
            </a:lvl3pPr>
            <a:lvl4pPr>
              <a:defRPr sz="950">
                <a:latin typeface="Arial Narrow"/>
                <a:cs typeface="Arial Narrow"/>
              </a:defRPr>
            </a:lvl4pPr>
            <a:lvl5pPr>
              <a:defRPr sz="950">
                <a:latin typeface="Arial Narrow"/>
                <a:cs typeface="Arial Narrow"/>
              </a:defRPr>
            </a:lvl5pPr>
          </a:lstStyle>
          <a:p>
            <a:pPr lvl="0"/>
            <a:r>
              <a:rPr lang="en-US" dirty="0" smtClean="0"/>
              <a:t>Click to edit Master text styles</a:t>
            </a:r>
          </a:p>
          <a:p>
            <a:pPr marL="182880" marR="0" lvl="1" indent="-182880" algn="l" defTabSz="457200" rtl="0" eaLnBrk="1" fontAlgn="auto" latinLnBrk="0" hangingPunct="1">
              <a:lnSpc>
                <a:spcPct val="100000"/>
              </a:lnSpc>
              <a:spcBef>
                <a:spcPts val="500"/>
              </a:spcBef>
              <a:spcAft>
                <a:spcPts val="0"/>
              </a:spcAft>
              <a:buClrTx/>
              <a:buSzTx/>
              <a:buFont typeface="Arial"/>
              <a:buChar char="•"/>
              <a:tabLst/>
              <a:defRPr/>
            </a:pPr>
            <a:r>
              <a:rPr lang="en-US" dirty="0" smtClean="0"/>
              <a:t>Second level. Level 2 Body text can be Regular or Bold. Level 2 Body text can be Regular or Bold. </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7836198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Footer Placeholder 2"/>
          <p:cNvSpPr>
            <a:spLocks noGrp="1"/>
          </p:cNvSpPr>
          <p:nvPr>
            <p:ph type="ftr" sz="quarter" idx="10"/>
          </p:nvPr>
        </p:nvSpPr>
        <p:spPr/>
        <p:txBody>
          <a:bodyPr/>
          <a:lstStyle/>
          <a:p>
            <a:r>
              <a:rPr lang="en-US" smtClean="0"/>
              <a:t>Private &amp; Confidential</a:t>
            </a:r>
            <a:endParaRPr lang="en-US" dirty="0"/>
          </a:p>
        </p:txBody>
      </p:sp>
      <p:sp>
        <p:nvSpPr>
          <p:cNvPr id="4" name="Slide Number Placeholder 3"/>
          <p:cNvSpPr>
            <a:spLocks noGrp="1"/>
          </p:cNvSpPr>
          <p:nvPr>
            <p:ph type="sldNum" sz="quarter" idx="11"/>
          </p:nvPr>
        </p:nvSpPr>
        <p:spPr/>
        <p:txBody>
          <a:bodyPr/>
          <a:lstStyle/>
          <a:p>
            <a:fld id="{BDDC3DCF-E0A7-DA4A-BC2C-1EC3743A297B}" type="slidenum">
              <a:rPr lang="en-US" smtClean="0"/>
              <a:pPr/>
              <a:t>‹#›</a:t>
            </a:fld>
            <a:endParaRPr lang="en-US" dirty="0"/>
          </a:p>
        </p:txBody>
      </p:sp>
    </p:spTree>
    <p:extLst>
      <p:ext uri="{BB962C8B-B14F-4D97-AF65-F5344CB8AC3E}">
        <p14:creationId xmlns:p14="http://schemas.microsoft.com/office/powerpoint/2010/main" val="2163510669"/>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uthor inf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4" name="Slide Number Placeholder 3"/>
          <p:cNvSpPr>
            <a:spLocks noGrp="1"/>
          </p:cNvSpPr>
          <p:nvPr>
            <p:ph type="sldNum" sz="quarter" idx="11"/>
          </p:nvPr>
        </p:nvSpPr>
        <p:spPr/>
        <p:txBody>
          <a:bodyPr/>
          <a:lstStyle/>
          <a:p>
            <a:fld id="{BDDC3DCF-E0A7-DA4A-BC2C-1EC3743A297B}" type="slidenum">
              <a:rPr lang="en-US" smtClean="0"/>
              <a:pPr/>
              <a:t>‹#›</a:t>
            </a:fld>
            <a:endParaRPr lang="en-US" dirty="0"/>
          </a:p>
        </p:txBody>
      </p:sp>
      <p:sp>
        <p:nvSpPr>
          <p:cNvPr id="5" name="Content Placeholder 5"/>
          <p:cNvSpPr>
            <a:spLocks noGrp="1"/>
          </p:cNvSpPr>
          <p:nvPr>
            <p:ph sz="quarter" idx="13" hasCustomPrompt="1"/>
          </p:nvPr>
        </p:nvSpPr>
        <p:spPr>
          <a:xfrm>
            <a:off x="320675" y="4076095"/>
            <a:ext cx="3482320" cy="1727812"/>
          </a:xfrm>
        </p:spPr>
        <p:txBody>
          <a:bodyPr/>
          <a:lstStyle>
            <a:lvl1pPr>
              <a:defRPr sz="2000" b="0" i="0" baseline="0">
                <a:latin typeface="Arial Regular" charset="0"/>
                <a:cs typeface="Arial Regular" charset="0"/>
              </a:defRPr>
            </a:lvl1pPr>
            <a:lvl2pPr marL="0" indent="0">
              <a:buFont typeface="Arial"/>
              <a:buNone/>
              <a:defRPr sz="2000"/>
            </a:lvl2pPr>
          </a:lstStyle>
          <a:p>
            <a:pPr lvl="0"/>
            <a:r>
              <a:rPr lang="en-US" dirty="0" smtClean="0"/>
              <a:t>Author’s Name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078957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227012" y="1233487"/>
            <a:ext cx="8688387" cy="4686301"/>
          </a:xfrm>
          <a:ln cap="flat">
            <a:miter lim="800000"/>
          </a:ln>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 name="Date Placeholder 1"/>
          <p:cNvSpPr>
            <a:spLocks noGrp="1"/>
          </p:cNvSpPr>
          <p:nvPr>
            <p:ph type="dt" sz="half" idx="14"/>
          </p:nvPr>
        </p:nvSpPr>
        <p:spPr/>
        <p:txBody>
          <a:bodyPr/>
          <a:lstStyle/>
          <a:p>
            <a:endParaRPr lang="en-US"/>
          </a:p>
        </p:txBody>
      </p:sp>
      <p:sp>
        <p:nvSpPr>
          <p:cNvPr id="7" name="Footer Placeholder 6"/>
          <p:cNvSpPr>
            <a:spLocks noGrp="1"/>
          </p:cNvSpPr>
          <p:nvPr>
            <p:ph type="ftr" sz="quarter" idx="15"/>
          </p:nvPr>
        </p:nvSpPr>
        <p:spPr/>
        <p:txBody>
          <a:bodyPr/>
          <a:lstStyle/>
          <a:p>
            <a:r>
              <a:rPr lang="en-US" smtClean="0"/>
              <a:t>Private &amp; Confidential</a:t>
            </a:r>
            <a:endParaRPr lang="en-US"/>
          </a:p>
        </p:txBody>
      </p:sp>
      <p:sp>
        <p:nvSpPr>
          <p:cNvPr id="8" name="Slide Number Placeholder 7"/>
          <p:cNvSpPr>
            <a:spLocks noGrp="1"/>
          </p:cNvSpPr>
          <p:nvPr>
            <p:ph type="sldNum" sz="quarter" idx="16"/>
          </p:nvPr>
        </p:nvSpPr>
        <p:spPr/>
        <p:txBody>
          <a:bodyPr/>
          <a:lstStyle/>
          <a:p>
            <a:fld id="{146682E1-A610-4FB0-BCC6-241ABE41C99B}" type="slidenum">
              <a:rPr lang="en-US" smtClean="0"/>
              <a:t>‹#›</a:t>
            </a:fld>
            <a:endParaRPr lang="en-US"/>
          </a:p>
        </p:txBody>
      </p:sp>
      <p:sp>
        <p:nvSpPr>
          <p:cNvPr id="10" name="Title 9"/>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2587943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smtClean="0"/>
              <a:t>Private &amp; Confidential</a:t>
            </a:r>
            <a:endParaRPr lang="en-US" dirty="0"/>
          </a:p>
        </p:txBody>
      </p:sp>
      <p:sp>
        <p:nvSpPr>
          <p:cNvPr id="4" name="Slide Number Placeholder 3"/>
          <p:cNvSpPr>
            <a:spLocks noGrp="1"/>
          </p:cNvSpPr>
          <p:nvPr>
            <p:ph type="sldNum" sz="quarter" idx="11"/>
          </p:nvPr>
        </p:nvSpPr>
        <p:spPr/>
        <p:txBody>
          <a:bodyPr/>
          <a:lstStyle/>
          <a:p>
            <a:fld id="{BDDC3DCF-E0A7-DA4A-BC2C-1EC3743A297B}" type="slidenum">
              <a:rPr lang="en-US" smtClean="0"/>
              <a:pPr/>
              <a:t>‹#›</a:t>
            </a:fld>
            <a:endParaRPr lang="en-US" dirty="0"/>
          </a:p>
        </p:txBody>
      </p:sp>
      <p:sp>
        <p:nvSpPr>
          <p:cNvPr id="6" name="Content Placeholder 5"/>
          <p:cNvSpPr>
            <a:spLocks noGrp="1"/>
          </p:cNvSpPr>
          <p:nvPr>
            <p:ph sz="quarter" idx="12"/>
          </p:nvPr>
        </p:nvSpPr>
        <p:spPr>
          <a:xfrm>
            <a:off x="317351" y="1529220"/>
            <a:ext cx="8503920" cy="4102570"/>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ts val="0"/>
              </a:spcAft>
              <a:buClrTx/>
              <a:buSzTx/>
              <a:buFont typeface="Arial"/>
              <a:buNone/>
              <a:tabLst/>
              <a:defRPr b="0" i="0">
                <a:latin typeface="Arial Regular" charset="0"/>
                <a:cs typeface="Arial Regular" charset="0"/>
              </a:defRPr>
            </a:lvl2pPr>
          </a:lstStyle>
          <a:p>
            <a:pPr lvl="0"/>
            <a:r>
              <a:rPr lang="en-US" dirty="0" smtClean="0"/>
              <a:t>Click to edit Master text styles</a:t>
            </a:r>
          </a:p>
          <a:p>
            <a:pPr marL="182880" marR="0" lvl="1" indent="-182880" algn="l" defTabSz="457200" rtl="0" eaLnBrk="1" fontAlgn="auto" latinLnBrk="0" hangingPunct="1">
              <a:lnSpc>
                <a:spcPct val="100000"/>
              </a:lnSpc>
              <a:spcBef>
                <a:spcPts val="500"/>
              </a:spcBef>
              <a:spcAft>
                <a:spcPts val="0"/>
              </a:spcAft>
              <a:buClrTx/>
              <a:buSzTx/>
              <a:buFont typeface="Arial"/>
              <a:buChar char="•"/>
              <a:tabLst/>
              <a:defRPr/>
            </a:pPr>
            <a:r>
              <a:rPr lang="en-US" dirty="0" smtClean="0"/>
              <a:t>Second level. Level 2 Body text can be Regular or Bold. Level 2 Body text can be Regular or Bold. </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5"/>
          <p:cNvSpPr>
            <a:spLocks noGrp="1"/>
          </p:cNvSpPr>
          <p:nvPr>
            <p:ph sz="quarter" idx="13"/>
          </p:nvPr>
        </p:nvSpPr>
        <p:spPr>
          <a:xfrm>
            <a:off x="314324" y="5606722"/>
            <a:ext cx="8503920" cy="385298"/>
          </a:xfrm>
        </p:spPr>
        <p:txBody>
          <a:bodyPr vert="horz" lIns="0" tIns="0" rIns="0" bIns="0" rtlCol="0" anchor="b">
            <a:noAutofit/>
          </a:bodyPr>
          <a:lstStyle>
            <a:lvl1pPr>
              <a:defRPr lang="en-US" sz="950" b="0" i="0" dirty="0" smtClean="0">
                <a:solidFill>
                  <a:schemeClr val="tx1"/>
                </a:solidFill>
                <a:latin typeface="Arial Narrow" charset="0"/>
                <a:ea typeface="Arial Narrow" charset="0"/>
                <a:cs typeface="Arial Narrow" charset="0"/>
              </a:defRPr>
            </a:lvl1pPr>
            <a:lvl2pPr>
              <a:defRPr lang="en-US" sz="950" b="0" i="0" dirty="0" smtClean="0">
                <a:solidFill>
                  <a:schemeClr val="tx1"/>
                </a:solidFill>
                <a:latin typeface="Arial Narrow" charset="0"/>
                <a:ea typeface="Arial Narrow" charset="0"/>
                <a:cs typeface="Arial Narrow" charset="0"/>
              </a:defRPr>
            </a:lvl2pPr>
            <a:lvl3pPr>
              <a:defRPr lang="en-US" sz="950" b="0" i="0" dirty="0" smtClean="0">
                <a:solidFill>
                  <a:schemeClr val="tx1"/>
                </a:solidFill>
                <a:latin typeface="Arial Narrow" charset="0"/>
                <a:ea typeface="Arial Narrow" charset="0"/>
                <a:cs typeface="Arial Narrow" charset="0"/>
              </a:defRPr>
            </a:lvl3pPr>
            <a:lvl4pPr>
              <a:defRPr lang="en-US" sz="950" b="0" i="0" dirty="0" smtClean="0">
                <a:solidFill>
                  <a:schemeClr val="tx1"/>
                </a:solidFill>
                <a:latin typeface="Arial Narrow" charset="0"/>
                <a:ea typeface="Arial Narrow" charset="0"/>
                <a:cs typeface="Arial Narrow" charset="0"/>
              </a:defRPr>
            </a:lvl4pPr>
            <a:lvl5pPr>
              <a:defRPr lang="en-US" sz="950" b="0" i="0" dirty="0">
                <a:solidFill>
                  <a:schemeClr val="tx1"/>
                </a:solidFill>
                <a:latin typeface="Arial Narrow" charset="0"/>
                <a:ea typeface="Arial Narrow" charset="0"/>
                <a:cs typeface="Arial Narrow" charset="0"/>
              </a:defRPr>
            </a:lvl5pPr>
          </a:lstStyle>
          <a:p>
            <a:pPr lvl="0"/>
            <a:r>
              <a:rPr lang="en-US" dirty="0" smtClean="0"/>
              <a:t>Click to edit Master text styles</a:t>
            </a:r>
          </a:p>
          <a:p>
            <a:pPr lvl="1"/>
            <a:r>
              <a:rPr lang="en-US" dirty="0" smtClean="0"/>
              <a:t>Second level. Level 2 Body text can be Regular or Bold. Level 2 Body text can be Regular or Bold. </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dirty="0" smtClean="0"/>
              <a:t>Subtitle</a:t>
            </a:r>
            <a:endParaRPr lang="en-US" dirty="0"/>
          </a:p>
        </p:txBody>
      </p:sp>
    </p:spTree>
    <p:extLst>
      <p:ext uri="{BB962C8B-B14F-4D97-AF65-F5344CB8AC3E}">
        <p14:creationId xmlns:p14="http://schemas.microsoft.com/office/powerpoint/2010/main" val="46652572"/>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wShort copy &amp; 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smtClean="0"/>
              <a:t>Private &amp; Confidential</a:t>
            </a:r>
            <a:endParaRPr lang="en-US" dirty="0"/>
          </a:p>
        </p:txBody>
      </p:sp>
      <p:sp>
        <p:nvSpPr>
          <p:cNvPr id="4" name="Slide Number Placeholder 3"/>
          <p:cNvSpPr>
            <a:spLocks noGrp="1"/>
          </p:cNvSpPr>
          <p:nvPr>
            <p:ph type="sldNum" sz="quarter" idx="11"/>
          </p:nvPr>
        </p:nvSpPr>
        <p:spPr/>
        <p:txBody>
          <a:bodyPr/>
          <a:lstStyle/>
          <a:p>
            <a:fld id="{BDDC3DCF-E0A7-DA4A-BC2C-1EC3743A297B}" type="slidenum">
              <a:rPr lang="en-US" smtClean="0"/>
              <a:pPr/>
              <a:t>‹#›</a:t>
            </a:fld>
            <a:endParaRPr lang="en-US" dirty="0"/>
          </a:p>
        </p:txBody>
      </p:sp>
      <p:sp>
        <p:nvSpPr>
          <p:cNvPr id="6" name="Content Placeholder 5"/>
          <p:cNvSpPr>
            <a:spLocks noGrp="1"/>
          </p:cNvSpPr>
          <p:nvPr>
            <p:ph sz="quarter" idx="12"/>
          </p:nvPr>
        </p:nvSpPr>
        <p:spPr>
          <a:xfrm>
            <a:off x="317350" y="1144741"/>
            <a:ext cx="8490099" cy="565571"/>
          </a:xfrm>
        </p:spPr>
        <p:txBody>
          <a:bodyPr/>
          <a:lstStyle>
            <a:lvl1pPr>
              <a:defRPr sz="1400" b="0" i="0">
                <a:solidFill>
                  <a:srgbClr val="7F7F7F"/>
                </a:solidFill>
                <a:latin typeface="Arial Regular" charset="0"/>
                <a:cs typeface="Arial Regular" charset="0"/>
              </a:defRPr>
            </a:lvl1pPr>
            <a:lvl2pPr>
              <a:defRPr>
                <a:latin typeface="Akkurat Pro"/>
                <a:cs typeface="Akkurat Pro"/>
              </a:defRPr>
            </a:lvl2pPr>
          </a:lstStyle>
          <a:p>
            <a:pPr lvl="0"/>
            <a:r>
              <a:rPr lang="en-US" dirty="0" smtClean="0"/>
              <a:t>Click to edit Master text styles</a:t>
            </a:r>
            <a:endParaRPr lang="en-US" dirty="0"/>
          </a:p>
        </p:txBody>
      </p:sp>
      <p:sp>
        <p:nvSpPr>
          <p:cNvPr id="8" name="Picture Placeholder 7"/>
          <p:cNvSpPr>
            <a:spLocks noGrp="1"/>
          </p:cNvSpPr>
          <p:nvPr>
            <p:ph type="pic" sz="quarter" idx="14"/>
          </p:nvPr>
        </p:nvSpPr>
        <p:spPr>
          <a:xfrm>
            <a:off x="317500" y="1914528"/>
            <a:ext cx="8504238" cy="3822676"/>
          </a:xfrm>
        </p:spPr>
        <p:txBody>
          <a:bodyPr anchor="ctr"/>
          <a:lstStyle>
            <a:lvl1pPr algn="ctr">
              <a:defRPr/>
            </a:lvl1pPr>
          </a:lstStyle>
          <a:p>
            <a:endParaRPr lang="en-US" dirty="0"/>
          </a:p>
        </p:txBody>
      </p:sp>
      <p:sp>
        <p:nvSpPr>
          <p:cNvPr id="14" name="Text Placeholder 13"/>
          <p:cNvSpPr>
            <a:spLocks noGrp="1"/>
          </p:cNvSpPr>
          <p:nvPr>
            <p:ph type="body" sz="quarter" idx="18"/>
          </p:nvPr>
        </p:nvSpPr>
        <p:spPr>
          <a:xfrm>
            <a:off x="320675" y="5839310"/>
            <a:ext cx="8500220" cy="148584"/>
          </a:xfrm>
        </p:spPr>
        <p:txBody>
          <a:bodyPr anchor="b"/>
          <a:lstStyle>
            <a:lvl1pPr>
              <a:defRPr sz="800" b="0" i="0">
                <a:solidFill>
                  <a:schemeClr val="tx1"/>
                </a:solidFill>
                <a:latin typeface="Arial Narrow" charset="0"/>
                <a:ea typeface="Arial Narrow" charset="0"/>
                <a:cs typeface="Arial Narrow" charset="0"/>
              </a:defRPr>
            </a:lvl1pPr>
            <a:lvl2pPr>
              <a:defRPr sz="800" b="0" i="0">
                <a:solidFill>
                  <a:schemeClr val="tx1"/>
                </a:solidFill>
                <a:latin typeface="Arial Narrow" charset="0"/>
                <a:ea typeface="Arial Narrow" charset="0"/>
                <a:cs typeface="Arial Narrow" charset="0"/>
              </a:defRPr>
            </a:lvl2pPr>
            <a:lvl3pPr>
              <a:defRPr sz="80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dirty="0" smtClean="0"/>
              <a:t>Click to edit Master text styles</a:t>
            </a:r>
          </a:p>
          <a:p>
            <a:pPr lvl="1"/>
            <a:r>
              <a:rPr lang="en-US" dirty="0" smtClean="0"/>
              <a:t>Second level</a:t>
            </a:r>
          </a:p>
          <a:p>
            <a:pPr lvl="2"/>
            <a:r>
              <a:rPr lang="en-US" dirty="0" smtClean="0"/>
              <a:t>Third level</a:t>
            </a:r>
            <a:endParaRPr lang="en-US" dirty="0"/>
          </a:p>
        </p:txBody>
      </p:sp>
      <p:sp>
        <p:nvSpPr>
          <p:cNvPr id="13" name="Text Placeholder 9"/>
          <p:cNvSpPr>
            <a:spLocks noGrp="1"/>
          </p:cNvSpPr>
          <p:nvPr>
            <p:ph type="body" sz="quarter" idx="19" hasCustomPrompt="1"/>
          </p:nvPr>
        </p:nvSpPr>
        <p:spPr>
          <a:xfrm>
            <a:off x="314324" y="747521"/>
            <a:ext cx="8122409" cy="440834"/>
          </a:xfrm>
        </p:spPr>
        <p:txBody>
          <a:bodyPr lIns="0" tIns="0" rIns="0" bIns="0"/>
          <a:lstStyle>
            <a:lvl1pPr>
              <a:defRPr sz="1900" b="0">
                <a:solidFill>
                  <a:schemeClr val="tx1"/>
                </a:solidFill>
              </a:defRPr>
            </a:lvl1pPr>
          </a:lstStyle>
          <a:p>
            <a:pPr lvl="0"/>
            <a:r>
              <a:rPr lang="en-US" dirty="0" smtClean="0"/>
              <a:t>Subtitle</a:t>
            </a:r>
            <a:endParaRPr lang="en-US" dirty="0"/>
          </a:p>
        </p:txBody>
      </p:sp>
    </p:spTree>
    <p:extLst>
      <p:ext uri="{BB962C8B-B14F-4D97-AF65-F5344CB8AC3E}">
        <p14:creationId xmlns:p14="http://schemas.microsoft.com/office/powerpoint/2010/main" val="31537392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7352" y="217143"/>
            <a:ext cx="8119382" cy="792575"/>
          </a:xfrm>
          <a:prstGeom prst="rect">
            <a:avLst/>
          </a:prstGeom>
        </p:spPr>
        <p:txBody>
          <a:bodyPr vert="horz" lIns="0" tIns="0" rIns="0" bIns="0" rtlCol="0" anchor="t">
            <a:noAutofit/>
          </a:bodyPr>
          <a:lstStyle/>
          <a:p>
            <a:r>
              <a:rPr lang="en-US" dirty="0" smtClean="0"/>
              <a:t>Title (sentence case), 28 point Arial</a:t>
            </a:r>
            <a:endParaRPr lang="en-US" dirty="0"/>
          </a:p>
        </p:txBody>
      </p:sp>
      <p:sp>
        <p:nvSpPr>
          <p:cNvPr id="3" name="Text Placeholder 2"/>
          <p:cNvSpPr>
            <a:spLocks noGrp="1"/>
          </p:cNvSpPr>
          <p:nvPr>
            <p:ph type="body" idx="1"/>
          </p:nvPr>
        </p:nvSpPr>
        <p:spPr>
          <a:xfrm>
            <a:off x="317352" y="1818458"/>
            <a:ext cx="8503543" cy="3297454"/>
          </a:xfrm>
          <a:prstGeom prst="rect">
            <a:avLst/>
          </a:prstGeom>
        </p:spPr>
        <p:txBody>
          <a:bodyPr vert="horz" lIns="0" tIns="0" rIns="0" bIns="0" rtlCol="0">
            <a:noAutofit/>
          </a:bodyPr>
          <a:lstStyle/>
          <a:p>
            <a:pPr lvl="0"/>
            <a:r>
              <a:rPr lang="en-US" dirty="0" smtClean="0"/>
              <a:t>Level 1, normal body text is set at 20pt Arial Bold</a:t>
            </a:r>
          </a:p>
          <a:p>
            <a:pPr marL="0" marR="0" lvl="1" indent="-182880" algn="l" defTabSz="457200" rtl="0" eaLnBrk="1" fontAlgn="auto" latinLnBrk="0" hangingPunct="1">
              <a:lnSpc>
                <a:spcPct val="100000"/>
              </a:lnSpc>
              <a:spcBef>
                <a:spcPts val="500"/>
              </a:spcBef>
              <a:spcAft>
                <a:spcPts val="0"/>
              </a:spcAft>
              <a:buClrTx/>
              <a:buSzTx/>
              <a:buFont typeface="Arial"/>
              <a:buChar char="•"/>
              <a:tabLst/>
              <a:defRPr/>
            </a:pPr>
            <a:r>
              <a:rPr lang="en-US" dirty="0" smtClean="0"/>
              <a:t>Level 2 Body text can be Regular or Bold. </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5430085" y="6441391"/>
            <a:ext cx="2926181" cy="223277"/>
          </a:xfrm>
          <a:prstGeom prst="rect">
            <a:avLst/>
          </a:prstGeom>
        </p:spPr>
        <p:txBody>
          <a:bodyPr vert="horz" lIns="0" tIns="0" rIns="0" bIns="0" rtlCol="0" anchor="t"/>
          <a:lstStyle>
            <a:lvl1pPr algn="r">
              <a:defRPr sz="950" b="0" i="0">
                <a:solidFill>
                  <a:schemeClr val="bg1">
                    <a:lumMod val="50000"/>
                  </a:schemeClr>
                </a:solidFill>
                <a:latin typeface="Arial Regular" charset="0"/>
                <a:cs typeface="Arial Regular" charset="0"/>
              </a:defRPr>
            </a:lvl1pPr>
          </a:lstStyle>
          <a:p>
            <a:r>
              <a:rPr lang="en-US" dirty="0" smtClean="0"/>
              <a:t>Private &amp; Confidential</a:t>
            </a:r>
            <a:endParaRPr lang="en-US" dirty="0"/>
          </a:p>
        </p:txBody>
      </p:sp>
      <p:sp>
        <p:nvSpPr>
          <p:cNvPr id="6" name="Slide Number Placeholder 5"/>
          <p:cNvSpPr>
            <a:spLocks noGrp="1"/>
          </p:cNvSpPr>
          <p:nvPr>
            <p:ph type="sldNum" sz="quarter" idx="4"/>
          </p:nvPr>
        </p:nvSpPr>
        <p:spPr>
          <a:xfrm>
            <a:off x="8615082" y="6435042"/>
            <a:ext cx="205813" cy="254684"/>
          </a:xfrm>
          <a:prstGeom prst="rect">
            <a:avLst/>
          </a:prstGeom>
        </p:spPr>
        <p:txBody>
          <a:bodyPr vert="horz" lIns="0" tIns="0" rIns="0" bIns="0" rtlCol="0" anchor="t"/>
          <a:lstStyle>
            <a:lvl1pPr algn="r">
              <a:defRPr sz="1000" b="0" i="0">
                <a:solidFill>
                  <a:srgbClr val="000000"/>
                </a:solidFill>
                <a:latin typeface="Arial Regular" charset="0"/>
                <a:cs typeface="Arial Regular" charset="0"/>
              </a:defRPr>
            </a:lvl1pPr>
          </a:lstStyle>
          <a:p>
            <a:fld id="{BDDC3DCF-E0A7-DA4A-BC2C-1EC3743A297B}" type="slidenum">
              <a:rPr lang="en-US" smtClean="0"/>
              <a:pPr/>
              <a:t>‹#›</a:t>
            </a:fld>
            <a:endParaRPr lang="en-US" dirty="0"/>
          </a:p>
        </p:txBody>
      </p:sp>
      <p:cxnSp>
        <p:nvCxnSpPr>
          <p:cNvPr id="7" name="Straight Connector 6"/>
          <p:cNvCxnSpPr/>
          <p:nvPr userDrawn="1"/>
        </p:nvCxnSpPr>
        <p:spPr>
          <a:xfrm flipH="1">
            <a:off x="-1160034" y="5995120"/>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userDrawn="1"/>
        </p:nvSpPr>
        <p:spPr>
          <a:xfrm>
            <a:off x="-1160034" y="5855951"/>
            <a:ext cx="1100193" cy="142555"/>
          </a:xfrm>
          <a:prstGeom prst="rect">
            <a:avLst/>
          </a:prstGeom>
          <a:noFill/>
        </p:spPr>
        <p:txBody>
          <a:bodyPr wrap="square" lIns="0" tIns="0" rIns="0" bIns="0" rtlCol="0">
            <a:noAutofit/>
          </a:bodyPr>
          <a:lstStyle/>
          <a:p>
            <a:pPr algn="r"/>
            <a:r>
              <a:rPr lang="en-US" sz="800" dirty="0" smtClean="0">
                <a:solidFill>
                  <a:schemeClr val="bg2">
                    <a:lumMod val="50000"/>
                  </a:schemeClr>
                </a:solidFill>
              </a:rPr>
              <a:t>No content below the line</a:t>
            </a:r>
            <a:endParaRPr lang="en-US" sz="800" dirty="0">
              <a:solidFill>
                <a:schemeClr val="bg2">
                  <a:lumMod val="50000"/>
                </a:schemeClr>
              </a:solidFill>
            </a:endParaRPr>
          </a:p>
        </p:txBody>
      </p:sp>
      <p:cxnSp>
        <p:nvCxnSpPr>
          <p:cNvPr id="11" name="Straight Connector 10"/>
          <p:cNvCxnSpPr/>
          <p:nvPr userDrawn="1"/>
        </p:nvCxnSpPr>
        <p:spPr>
          <a:xfrm flipH="1">
            <a:off x="9215269" y="5993538"/>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userDrawn="1"/>
        </p:nvSpPr>
        <p:spPr>
          <a:xfrm>
            <a:off x="9215269" y="5854369"/>
            <a:ext cx="1100193" cy="142555"/>
          </a:xfrm>
          <a:prstGeom prst="rect">
            <a:avLst/>
          </a:prstGeom>
          <a:noFill/>
        </p:spPr>
        <p:txBody>
          <a:bodyPr wrap="square" lIns="0" tIns="0" rIns="0" bIns="0" rtlCol="0">
            <a:noAutofit/>
          </a:bodyPr>
          <a:lstStyle/>
          <a:p>
            <a:pPr algn="l"/>
            <a:r>
              <a:rPr lang="en-US" sz="800" dirty="0" smtClean="0">
                <a:solidFill>
                  <a:schemeClr val="bg2">
                    <a:lumMod val="50000"/>
                  </a:schemeClr>
                </a:solidFill>
              </a:rPr>
              <a:t>No content below the line</a:t>
            </a:r>
            <a:endParaRPr lang="en-US" sz="800" dirty="0">
              <a:solidFill>
                <a:schemeClr val="bg2">
                  <a:lumMod val="50000"/>
                </a:schemeClr>
              </a:solidFill>
            </a:endParaRPr>
          </a:p>
        </p:txBody>
      </p:sp>
      <p:sp>
        <p:nvSpPr>
          <p:cNvPr id="15" name="Date Placeholder 14"/>
          <p:cNvSpPr>
            <a:spLocks noGrp="1"/>
          </p:cNvSpPr>
          <p:nvPr>
            <p:ph type="dt" sz="half" idx="2"/>
          </p:nvPr>
        </p:nvSpPr>
        <p:spPr>
          <a:xfrm>
            <a:off x="6421439" y="1100212"/>
            <a:ext cx="2386012" cy="223277"/>
          </a:xfrm>
          <a:prstGeom prst="rect">
            <a:avLst/>
          </a:prstGeom>
        </p:spPr>
        <p:txBody>
          <a:bodyPr vert="horz" lIns="0" tIns="0" rIns="0" bIns="0" rtlCol="0" anchor="t"/>
          <a:lstStyle>
            <a:lvl1pPr algn="l">
              <a:defRPr lang="en-US" sz="1000" b="0" i="0" smtClean="0">
                <a:solidFill>
                  <a:srgbClr val="000000"/>
                </a:solidFill>
                <a:latin typeface="Arial Regular" charset="0"/>
                <a:cs typeface="Arial Regular" charset="0"/>
              </a:defRPr>
            </a:lvl1pPr>
          </a:lstStyle>
          <a:p>
            <a:endParaRPr lang="en-US" dirty="0"/>
          </a:p>
        </p:txBody>
      </p:sp>
      <p:sp>
        <p:nvSpPr>
          <p:cNvPr id="13" name="Rectangle 12"/>
          <p:cNvSpPr/>
          <p:nvPr userDrawn="1"/>
        </p:nvSpPr>
        <p:spPr>
          <a:xfrm>
            <a:off x="171061" y="6013061"/>
            <a:ext cx="2068286" cy="7101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p:cNvPicPr>
            <a:picLocks noChangeAspect="1"/>
          </p:cNvPicPr>
          <p:nvPr userDrawn="1"/>
        </p:nvPicPr>
        <p:blipFill>
          <a:blip r:embed="rId23">
            <a:extLst>
              <a:ext uri="{28A0092B-C50C-407E-A947-70E740481C1C}">
                <a14:useLocalDpi xmlns:a14="http://schemas.microsoft.com/office/drawing/2010/main"/>
              </a:ext>
            </a:extLst>
          </a:blip>
          <a:stretch>
            <a:fillRect/>
          </a:stretch>
        </p:blipFill>
        <p:spPr>
          <a:xfrm>
            <a:off x="317352" y="6117205"/>
            <a:ext cx="963930" cy="461010"/>
          </a:xfrm>
          <a:prstGeom prst="rect">
            <a:avLst/>
          </a:prstGeom>
        </p:spPr>
      </p:pic>
    </p:spTree>
    <p:extLst>
      <p:ext uri="{BB962C8B-B14F-4D97-AF65-F5344CB8AC3E}">
        <p14:creationId xmlns:p14="http://schemas.microsoft.com/office/powerpoint/2010/main" val="2965970304"/>
      </p:ext>
    </p:extLst>
  </p:cSld>
  <p:clrMap bg1="lt1" tx1="dk1" bg2="lt2" tx2="dk2" accent1="accent1" accent2="accent2" accent3="accent3" accent4="accent4" accent5="accent5" accent6="accent6" hlink="hlink" folHlink="folHlink"/>
  <p:sldLayoutIdLst>
    <p:sldLayoutId id="2147484144" r:id="rId1"/>
    <p:sldLayoutId id="2147484146" r:id="rId2"/>
    <p:sldLayoutId id="2147484147" r:id="rId3"/>
    <p:sldLayoutId id="2147484148" r:id="rId4"/>
    <p:sldLayoutId id="2147484149" r:id="rId5"/>
    <p:sldLayoutId id="2147484143" r:id="rId6"/>
    <p:sldLayoutId id="2147484159" r:id="rId7"/>
    <p:sldLayoutId id="2147484150" r:id="rId8"/>
    <p:sldLayoutId id="2147484151" r:id="rId9"/>
    <p:sldLayoutId id="2147484152" r:id="rId10"/>
    <p:sldLayoutId id="2147484154" r:id="rId11"/>
    <p:sldLayoutId id="2147484155" r:id="rId12"/>
    <p:sldLayoutId id="2147484156" r:id="rId13"/>
    <p:sldLayoutId id="2147484157" r:id="rId14"/>
    <p:sldLayoutId id="2147484158" r:id="rId15"/>
    <p:sldLayoutId id="2147484160" r:id="rId16"/>
    <p:sldLayoutId id="2147484145" r:id="rId17"/>
    <p:sldLayoutId id="2147484161" r:id="rId18"/>
    <p:sldLayoutId id="2147484163" r:id="rId19"/>
    <p:sldLayoutId id="2147484164" r:id="rId20"/>
    <p:sldLayoutId id="2147484165" r:id="rId21"/>
  </p:sldLayoutIdLst>
  <p:timing>
    <p:tnLst>
      <p:par>
        <p:cTn id="1" dur="indefinite" restart="never" nodeType="tmRoot"/>
      </p:par>
    </p:tnLst>
  </p:timing>
  <p:hf hdr="0" dt="0"/>
  <p:txStyles>
    <p:titleStyle>
      <a:lvl1pPr algn="l" defTabSz="457200" rtl="0" eaLnBrk="1" latinLnBrk="0" hangingPunct="1">
        <a:spcBef>
          <a:spcPct val="0"/>
        </a:spcBef>
        <a:buNone/>
        <a:defRPr sz="2800" b="1" i="0" kern="1200" baseline="0">
          <a:solidFill>
            <a:schemeClr val="tx1"/>
          </a:solidFill>
          <a:latin typeface="Arial" charset="0"/>
          <a:ea typeface="Arial" charset="0"/>
          <a:cs typeface="Arial" charset="0"/>
        </a:defRPr>
      </a:lvl1pPr>
    </p:titleStyle>
    <p:bodyStyle>
      <a:lvl1pPr marL="0" indent="0" algn="l" defTabSz="457200" rtl="0" eaLnBrk="1" latinLnBrk="0" hangingPunct="1">
        <a:spcBef>
          <a:spcPts val="500"/>
        </a:spcBef>
        <a:buFont typeface="Arial"/>
        <a:buNone/>
        <a:defRPr sz="2000" b="1" i="0" kern="1200" baseline="0">
          <a:solidFill>
            <a:schemeClr val="tx1"/>
          </a:solidFill>
          <a:latin typeface="Arial" charset="0"/>
          <a:ea typeface="Arial" charset="0"/>
          <a:cs typeface="Arial" charset="0"/>
        </a:defRPr>
      </a:lvl1pPr>
      <a:lvl2pPr marL="182880" marR="0" indent="-182880" algn="l" defTabSz="457200" rtl="0" eaLnBrk="1" fontAlgn="auto" latinLnBrk="0" hangingPunct="1">
        <a:lnSpc>
          <a:spcPct val="100000"/>
        </a:lnSpc>
        <a:spcBef>
          <a:spcPts val="500"/>
        </a:spcBef>
        <a:spcAft>
          <a:spcPts val="0"/>
        </a:spcAft>
        <a:buClrTx/>
        <a:buSzTx/>
        <a:buFont typeface="Arial"/>
        <a:buChar char="•"/>
        <a:tabLst/>
        <a:defRPr sz="2000" b="1" i="0" kern="1200">
          <a:solidFill>
            <a:schemeClr val="tx1"/>
          </a:solidFill>
          <a:latin typeface="Arial" charset="0"/>
          <a:ea typeface="Arial" charset="0"/>
          <a:cs typeface="Arial" charset="0"/>
        </a:defRPr>
      </a:lvl2pPr>
      <a:lvl3pPr marL="393192" indent="-182880" algn="l" defTabSz="457200" rtl="0" eaLnBrk="1" latinLnBrk="0" hangingPunct="1">
        <a:spcBef>
          <a:spcPts val="600"/>
        </a:spcBef>
        <a:buFont typeface=".AppleSystemUIFont" charset="-120"/>
        <a:buChar char="-"/>
        <a:defRPr sz="1350" b="1" i="0" kern="1200">
          <a:solidFill>
            <a:schemeClr val="tx1"/>
          </a:solidFill>
          <a:latin typeface="Arial" charset="0"/>
          <a:ea typeface="Arial" charset="0"/>
          <a:cs typeface="Arial" charset="0"/>
        </a:defRPr>
      </a:lvl3pPr>
      <a:lvl4pPr marL="603504" indent="-182880" algn="l" defTabSz="457200" rtl="0" eaLnBrk="1" latinLnBrk="0" hangingPunct="1">
        <a:spcBef>
          <a:spcPts val="500"/>
        </a:spcBef>
        <a:buSzPct val="100000"/>
        <a:buFont typeface=".AppleSystemUIFont" charset="-120"/>
        <a:buChar char="-"/>
        <a:defRPr sz="1350" b="1" i="0" kern="1200">
          <a:solidFill>
            <a:schemeClr val="tx1"/>
          </a:solidFill>
          <a:latin typeface="Arial" charset="0"/>
          <a:ea typeface="Arial" charset="0"/>
          <a:cs typeface="Arial" charset="0"/>
        </a:defRPr>
      </a:lvl4pPr>
      <a:lvl5pPr marL="822960" indent="-182880" algn="l" defTabSz="457200" rtl="0" eaLnBrk="1" latinLnBrk="0" hangingPunct="1">
        <a:spcBef>
          <a:spcPts val="500"/>
        </a:spcBef>
        <a:buFont typeface=".AppleSystemUIFont" charset="-120"/>
        <a:buChar char="-"/>
        <a:defRPr sz="1350" b="1" i="0" kern="1200">
          <a:solidFill>
            <a:schemeClr val="tx1"/>
          </a:solidFill>
          <a:latin typeface="Arial" charset="0"/>
          <a:ea typeface="Arial" charset="0"/>
          <a:cs typeface="Arial"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675" y="298846"/>
            <a:ext cx="5218888" cy="573024"/>
          </a:xfrm>
        </p:spPr>
        <p:txBody>
          <a:bodyPr>
            <a:noAutofit/>
          </a:bodyPr>
          <a:lstStyle/>
          <a:p>
            <a:r>
              <a:rPr lang="en-US" sz="2800" b="1" dirty="0" smtClean="0">
                <a:solidFill>
                  <a:srgbClr val="FF0000"/>
                </a:solidFill>
              </a:rPr>
              <a:t>RS-INS-GLB-R-000463-V007 </a:t>
            </a:r>
            <a:r>
              <a:rPr lang="en-US" sz="2800" b="1" dirty="0">
                <a:solidFill>
                  <a:srgbClr val="FF0000"/>
                </a:solidFill>
              </a:rPr>
              <a:t/>
            </a:r>
            <a:br>
              <a:rPr lang="en-US" sz="2800" b="1" dirty="0">
                <a:solidFill>
                  <a:srgbClr val="FF0000"/>
                </a:solidFill>
              </a:rPr>
            </a:br>
            <a:r>
              <a:rPr lang="en-US" sz="2800" b="1" dirty="0">
                <a:solidFill>
                  <a:srgbClr val="FF0000"/>
                </a:solidFill>
              </a:rPr>
              <a:t/>
            </a:r>
            <a:br>
              <a:rPr lang="en-US" sz="2800" b="1" dirty="0">
                <a:solidFill>
                  <a:srgbClr val="FF0000"/>
                </a:solidFill>
              </a:rPr>
            </a:br>
            <a:r>
              <a:rPr lang="en-US" sz="2800" b="1" dirty="0">
                <a:solidFill>
                  <a:srgbClr val="FF0000"/>
                </a:solidFill>
              </a:rPr>
              <a:t>IICRA RSR</a:t>
            </a:r>
          </a:p>
        </p:txBody>
      </p:sp>
      <p:sp>
        <p:nvSpPr>
          <p:cNvPr id="3" name="Text Placeholder 2"/>
          <p:cNvSpPr>
            <a:spLocks noGrp="1"/>
          </p:cNvSpPr>
          <p:nvPr>
            <p:ph type="body" sz="quarter" idx="12"/>
          </p:nvPr>
        </p:nvSpPr>
        <p:spPr>
          <a:xfrm>
            <a:off x="246247" y="1956391"/>
            <a:ext cx="4257351" cy="306567"/>
          </a:xfrm>
        </p:spPr>
        <p:txBody>
          <a:bodyPr/>
          <a:lstStyle/>
          <a:p>
            <a:r>
              <a:rPr lang="en-US" sz="1400" dirty="0" smtClean="0"/>
              <a:t>June 06, 2019</a:t>
            </a:r>
            <a:endParaRPr lang="en-US" sz="1400" dirty="0"/>
          </a:p>
          <a:p>
            <a:endParaRPr lang="en-US" dirty="0" smtClean="0"/>
          </a:p>
          <a:p>
            <a:endParaRPr lang="en-US" dirty="0"/>
          </a:p>
        </p:txBody>
      </p:sp>
      <p:sp>
        <p:nvSpPr>
          <p:cNvPr id="4" name="Text Placeholder 3"/>
          <p:cNvSpPr>
            <a:spLocks noGrp="1"/>
          </p:cNvSpPr>
          <p:nvPr>
            <p:ph type="body" sz="quarter" idx="13"/>
          </p:nvPr>
        </p:nvSpPr>
        <p:spPr>
          <a:xfrm>
            <a:off x="6422098" y="298845"/>
            <a:ext cx="2377514" cy="892001"/>
          </a:xfrm>
        </p:spPr>
        <p:txBody>
          <a:bodyPr/>
          <a:lstStyle/>
          <a:p>
            <a:r>
              <a:rPr lang="en-US" sz="1800" dirty="0"/>
              <a:t>Derek Ding</a:t>
            </a:r>
          </a:p>
          <a:p>
            <a:r>
              <a:rPr lang="en-US" sz="1800" dirty="0" err="1"/>
              <a:t>Sr</a:t>
            </a:r>
            <a:r>
              <a:rPr lang="en-US" sz="1800" dirty="0"/>
              <a:t> Director</a:t>
            </a:r>
          </a:p>
          <a:p>
            <a:r>
              <a:rPr lang="en-US" sz="1800" dirty="0"/>
              <a:t>Financial </a:t>
            </a:r>
            <a:r>
              <a:rPr lang="en-US" sz="1800" dirty="0" smtClean="0"/>
              <a:t>Services </a:t>
            </a:r>
            <a:r>
              <a:rPr lang="en-US" sz="1800" dirty="0"/>
              <a:t>Methodologies</a:t>
            </a:r>
          </a:p>
        </p:txBody>
      </p:sp>
      <p:sp>
        <p:nvSpPr>
          <p:cNvPr id="6" name="Text Placeholder 5"/>
          <p:cNvSpPr>
            <a:spLocks noGrp="1"/>
          </p:cNvSpPr>
          <p:nvPr>
            <p:ph type="body" sz="quarter" idx="15"/>
          </p:nvPr>
        </p:nvSpPr>
        <p:spPr>
          <a:xfrm>
            <a:off x="6422098" y="5698923"/>
            <a:ext cx="2377514" cy="828861"/>
          </a:xfrm>
        </p:spPr>
        <p:txBody>
          <a:bodyPr/>
          <a:lstStyle/>
          <a:p>
            <a:r>
              <a:rPr lang="en-US" dirty="0" smtClean="0"/>
              <a:t>Copyright © 2016 by S&amp;P Global. </a:t>
            </a:r>
            <a:br>
              <a:rPr lang="en-US" dirty="0" smtClean="0"/>
            </a:br>
            <a:r>
              <a:rPr lang="en-US" dirty="0" smtClean="0"/>
              <a:t>All rights reserved.</a:t>
            </a:r>
          </a:p>
          <a:p>
            <a:r>
              <a:rPr lang="en-US" dirty="0" smtClean="0"/>
              <a:t>Last update – 5/6/2019</a:t>
            </a:r>
            <a:endParaRPr lang="en-US" dirty="0"/>
          </a:p>
        </p:txBody>
      </p:sp>
      <p:pic>
        <p:nvPicPr>
          <p:cNvPr id="9" name="Picture Placeholder 9"/>
          <p:cNvPicPr>
            <a:picLocks noGrp="1" noChangeAspect="1"/>
          </p:cNvPicPr>
          <p:nvPr>
            <p:ph type="pic" sz="quarter" idx="16"/>
          </p:nvPr>
        </p:nvPicPr>
        <p:blipFill rotWithShape="1">
          <a:blip r:embed="rId2" cstate="print">
            <a:extLst>
              <a:ext uri="{28A0092B-C50C-407E-A947-70E740481C1C}">
                <a14:useLocalDpi xmlns:a14="http://schemas.microsoft.com/office/drawing/2010/main"/>
              </a:ext>
            </a:extLst>
          </a:blip>
          <a:srcRect/>
          <a:stretch/>
        </p:blipFill>
        <p:spPr>
          <a:xfrm>
            <a:off x="320675" y="2419840"/>
            <a:ext cx="8486775" cy="2284046"/>
          </a:xfrm>
        </p:spPr>
      </p:pic>
    </p:spTree>
    <p:extLst>
      <p:ext uri="{BB962C8B-B14F-4D97-AF65-F5344CB8AC3E}">
        <p14:creationId xmlns:p14="http://schemas.microsoft.com/office/powerpoint/2010/main" val="31102721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227013" y="889001"/>
            <a:ext cx="8688387" cy="5030788"/>
          </a:xfrm>
        </p:spPr>
        <p:txBody>
          <a:bodyPr/>
          <a:lstStyle/>
          <a:p>
            <a:pPr marL="457200" indent="-457200">
              <a:buAutoNum type="arabicPeriod"/>
            </a:pPr>
            <a:r>
              <a:rPr lang="en-US" sz="1800" dirty="0" smtClean="0"/>
              <a:t>Executive Summary </a:t>
            </a:r>
          </a:p>
          <a:p>
            <a:pPr marL="457200" indent="-457200">
              <a:buAutoNum type="arabicPeriod"/>
            </a:pPr>
            <a:r>
              <a:rPr lang="en-US" sz="1800" dirty="0" smtClean="0"/>
              <a:t>Relevant Criteria Articles</a:t>
            </a:r>
          </a:p>
          <a:p>
            <a:pPr marL="457200" indent="-457200">
              <a:buAutoNum type="arabicPeriod"/>
            </a:pPr>
            <a:r>
              <a:rPr lang="en-US" sz="1800" dirty="0" smtClean="0"/>
              <a:t>Key Model Development Information</a:t>
            </a:r>
          </a:p>
          <a:p>
            <a:pPr marL="457200" indent="-457200">
              <a:buAutoNum type="arabicPeriod"/>
            </a:pPr>
            <a:r>
              <a:rPr lang="en-US" sz="1800" dirty="0" smtClean="0"/>
              <a:t>Key Model Deployment Information</a:t>
            </a:r>
          </a:p>
          <a:p>
            <a:pPr marL="457200" indent="-457200">
              <a:buAutoNum type="arabicPeriod"/>
            </a:pPr>
            <a:r>
              <a:rPr lang="en-US" sz="1800" dirty="0" smtClean="0"/>
              <a:t>Access &amp; Version Controls</a:t>
            </a:r>
          </a:p>
          <a:p>
            <a:pPr marL="457200" indent="-457200">
              <a:buFont typeface="Arial"/>
              <a:buAutoNum type="arabicPeriod"/>
            </a:pPr>
            <a:r>
              <a:rPr lang="en-US" sz="1800" dirty="0"/>
              <a:t>Model </a:t>
            </a:r>
            <a:r>
              <a:rPr lang="en-US" sz="1800" dirty="0" smtClean="0"/>
              <a:t>Assumptions</a:t>
            </a:r>
          </a:p>
          <a:p>
            <a:pPr marL="457200" indent="-457200">
              <a:buAutoNum type="arabicPeriod"/>
            </a:pPr>
            <a:r>
              <a:rPr lang="en-US" sz="1800" dirty="0" smtClean="0"/>
              <a:t>Limitations/Restrictions on Business Use of Model</a:t>
            </a:r>
          </a:p>
          <a:p>
            <a:pPr marL="457200" indent="-457200">
              <a:buAutoNum type="arabicPeriod"/>
            </a:pPr>
            <a:r>
              <a:rPr lang="en-US" sz="1800" dirty="0" smtClean="0"/>
              <a:t>Material Changes</a:t>
            </a:r>
          </a:p>
          <a:p>
            <a:pPr marL="457200" indent="-457200">
              <a:buAutoNum type="arabicPeriod"/>
            </a:pPr>
            <a:r>
              <a:rPr lang="en-US" sz="1800" dirty="0" smtClean="0"/>
              <a:t>Testing</a:t>
            </a:r>
          </a:p>
          <a:p>
            <a:pPr marL="457200" indent="-457200">
              <a:buAutoNum type="arabicPeriod"/>
            </a:pPr>
            <a:r>
              <a:rPr lang="en-US" sz="1800" dirty="0" smtClean="0"/>
              <a:t>Back-testing</a:t>
            </a:r>
          </a:p>
          <a:p>
            <a:pPr marL="457200" indent="-457200">
              <a:buAutoNum type="arabicPeriod"/>
            </a:pPr>
            <a:r>
              <a:rPr lang="en-US" sz="1800" dirty="0" smtClean="0"/>
              <a:t>Model Training</a:t>
            </a:r>
          </a:p>
          <a:p>
            <a:pPr marL="457200" indent="-457200">
              <a:buAutoNum type="arabicPeriod"/>
            </a:pPr>
            <a:r>
              <a:rPr lang="en-US" sz="1800" dirty="0" smtClean="0"/>
              <a:t>Completed/Outstanding </a:t>
            </a:r>
            <a:r>
              <a:rPr lang="en-US" sz="1800" dirty="0"/>
              <a:t>MVG Findings And </a:t>
            </a:r>
            <a:r>
              <a:rPr lang="en-US" sz="1800" dirty="0" smtClean="0"/>
              <a:t>Recommendations</a:t>
            </a:r>
          </a:p>
          <a:p>
            <a:pPr marL="457200" indent="-457200">
              <a:buAutoNum type="arabicPeriod"/>
            </a:pPr>
            <a:r>
              <a:rPr lang="en-US" sz="1800" dirty="0" smtClean="0"/>
              <a:t>Screenshot of Model Documentation listing from MDTS</a:t>
            </a:r>
          </a:p>
          <a:p>
            <a:pPr marL="457200" indent="-457200">
              <a:buAutoNum type="arabicPeriod"/>
            </a:pPr>
            <a:r>
              <a:rPr lang="en-US" sz="1800" dirty="0" smtClean="0"/>
              <a:t>Model </a:t>
            </a:r>
            <a:r>
              <a:rPr lang="en-US" sz="1800" dirty="0"/>
              <a:t>Retirement Request</a:t>
            </a:r>
            <a:endParaRPr lang="en-US" sz="1800" dirty="0" smtClean="0"/>
          </a:p>
        </p:txBody>
      </p:sp>
      <p:sp>
        <p:nvSpPr>
          <p:cNvPr id="6" name="Slide Number Placeholder 5"/>
          <p:cNvSpPr>
            <a:spLocks noGrp="1"/>
          </p:cNvSpPr>
          <p:nvPr>
            <p:ph type="sldNum" sz="quarter" idx="16"/>
          </p:nvPr>
        </p:nvSpPr>
        <p:spPr/>
        <p:txBody>
          <a:bodyPr/>
          <a:lstStyle/>
          <a:p>
            <a:fld id="{D8C7B916-C5B8-B44E-8A57-C4F989E2FE98}" type="slidenum">
              <a:rPr lang="en-US" smtClean="0"/>
              <a:pPr/>
              <a:t>2</a:t>
            </a:fld>
            <a:endParaRPr lang="en-US" dirty="0"/>
          </a:p>
        </p:txBody>
      </p:sp>
      <p:sp>
        <p:nvSpPr>
          <p:cNvPr id="2" name="Title 1"/>
          <p:cNvSpPr>
            <a:spLocks noGrp="1"/>
          </p:cNvSpPr>
          <p:nvPr>
            <p:ph type="title"/>
          </p:nvPr>
        </p:nvSpPr>
        <p:spPr>
          <a:xfrm>
            <a:off x="227013" y="280847"/>
            <a:ext cx="8688387" cy="322404"/>
          </a:xfrm>
        </p:spPr>
        <p:txBody>
          <a:bodyPr/>
          <a:lstStyle/>
          <a:p>
            <a:r>
              <a:rPr lang="en-US" dirty="0" smtClean="0"/>
              <a:t>Agenda</a:t>
            </a:r>
            <a:endParaRPr lang="en-US" dirty="0"/>
          </a:p>
        </p:txBody>
      </p:sp>
    </p:spTree>
    <p:extLst>
      <p:ext uri="{BB962C8B-B14F-4D97-AF65-F5344CB8AC3E}">
        <p14:creationId xmlns:p14="http://schemas.microsoft.com/office/powerpoint/2010/main" val="299361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5613" y="869949"/>
            <a:ext cx="8459787" cy="5248275"/>
          </a:xfrm>
        </p:spPr>
        <p:txBody>
          <a:bodyPr/>
          <a:lstStyle/>
          <a:p>
            <a:pPr marL="342900" indent="-342900">
              <a:buFont typeface="+mj-lt"/>
              <a:buAutoNum type="arabicPeriod"/>
            </a:pPr>
            <a:r>
              <a:rPr lang="en-US" sz="1200" dirty="0" smtClean="0">
                <a:latin typeface="Arial" panose="020B0604020202020204" pitchFamily="34" charset="0"/>
                <a:cs typeface="Arial" panose="020B0604020202020204" pitchFamily="34" charset="0"/>
              </a:rPr>
              <a:t>Model Name &amp; </a:t>
            </a:r>
            <a:r>
              <a:rPr lang="en-US" sz="1200" b="0" dirty="0" smtClean="0">
                <a:latin typeface="Arial" panose="020B0604020202020204" pitchFamily="34" charset="0"/>
                <a:cs typeface="Arial" panose="020B0604020202020204" pitchFamily="34" charset="0"/>
              </a:rPr>
              <a:t>ID:RS-INS-GLB-R-000463-V007 </a:t>
            </a:r>
            <a:r>
              <a:rPr lang="en-US" sz="1200" b="0" dirty="0">
                <a:latin typeface="Arial" panose="020B0604020202020204" pitchFamily="34" charset="0"/>
                <a:cs typeface="Arial" panose="020B0604020202020204" pitchFamily="34" charset="0"/>
              </a:rPr>
              <a:t>IICRA </a:t>
            </a:r>
            <a:r>
              <a:rPr lang="en-US" sz="1200" b="0" dirty="0" smtClean="0">
                <a:latin typeface="Arial" panose="020B0604020202020204" pitchFamily="34" charset="0"/>
                <a:cs typeface="Arial" panose="020B0604020202020204" pitchFamily="34" charset="0"/>
              </a:rPr>
              <a:t>RSR </a:t>
            </a:r>
          </a:p>
          <a:p>
            <a:pPr marL="342900" indent="-342900">
              <a:buFont typeface="+mj-lt"/>
              <a:buAutoNum type="arabicPeriod"/>
            </a:pPr>
            <a:endParaRPr lang="en-US" sz="1200" dirty="0" smtClean="0">
              <a:latin typeface="Arial" panose="020B0604020202020204" pitchFamily="34" charset="0"/>
              <a:cs typeface="Arial" panose="020B0604020202020204" pitchFamily="34" charset="0"/>
            </a:endParaRPr>
          </a:p>
          <a:p>
            <a:pPr marL="342900" indent="-342900">
              <a:buFont typeface="+mj-lt"/>
              <a:buAutoNum type="arabicPeriod"/>
            </a:pPr>
            <a:r>
              <a:rPr lang="en-US" sz="1200" dirty="0" smtClean="0">
                <a:latin typeface="Arial" panose="020B0604020202020204" pitchFamily="34" charset="0"/>
                <a:cs typeface="Arial" panose="020B0604020202020204" pitchFamily="34" charset="0"/>
              </a:rPr>
              <a:t>Covered Model Type</a:t>
            </a:r>
            <a:r>
              <a:rPr lang="en-US" sz="1200" dirty="0">
                <a:latin typeface="Arial" panose="020B0604020202020204" pitchFamily="34" charset="0"/>
                <a:cs typeface="Arial" panose="020B0604020202020204" pitchFamily="34" charset="0"/>
              </a:rPr>
              <a:t>: </a:t>
            </a:r>
            <a:r>
              <a:rPr lang="en-US" sz="1200" b="0" dirty="0">
                <a:latin typeface="Arial" panose="020B0604020202020204" pitchFamily="34" charset="0"/>
                <a:cs typeface="Arial" panose="020B0604020202020204" pitchFamily="34" charset="0"/>
              </a:rPr>
              <a:t>R</a:t>
            </a:r>
            <a:r>
              <a:rPr lang="en-US" sz="1200" b="0" dirty="0" smtClean="0">
                <a:latin typeface="Arial" panose="020B0604020202020204" pitchFamily="34" charset="0"/>
                <a:cs typeface="Arial" panose="020B0604020202020204" pitchFamily="34" charset="0"/>
              </a:rPr>
              <a:t>ating </a:t>
            </a:r>
            <a:r>
              <a:rPr lang="en-US" sz="1200" b="0" dirty="0">
                <a:latin typeface="Arial" panose="020B0604020202020204" pitchFamily="34" charset="0"/>
                <a:cs typeface="Arial" panose="020B0604020202020204" pitchFamily="34" charset="0"/>
              </a:rPr>
              <a:t>model </a:t>
            </a:r>
            <a:endParaRPr lang="en-US" sz="1200" b="0" dirty="0" smtClean="0">
              <a:latin typeface="Arial" panose="020B0604020202020204" pitchFamily="34" charset="0"/>
              <a:cs typeface="Arial" panose="020B0604020202020204" pitchFamily="34" charset="0"/>
            </a:endParaRPr>
          </a:p>
          <a:p>
            <a:pPr marL="342900" indent="-342900">
              <a:buFont typeface="+mj-lt"/>
              <a:buAutoNum type="arabicPeriod"/>
            </a:pPr>
            <a:endParaRPr lang="en-US" sz="1200" b="0" dirty="0" smtClean="0">
              <a:latin typeface="Arial" panose="020B0604020202020204" pitchFamily="34" charset="0"/>
              <a:cs typeface="Arial" panose="020B0604020202020204" pitchFamily="34" charset="0"/>
            </a:endParaRPr>
          </a:p>
          <a:p>
            <a:pPr marL="342900" indent="-342900">
              <a:buFont typeface="+mj-lt"/>
              <a:buAutoNum type="arabicPeriod"/>
            </a:pPr>
            <a:r>
              <a:rPr lang="en-US" sz="1200" dirty="0" smtClean="0">
                <a:latin typeface="Arial" panose="020B0604020202020204" pitchFamily="34" charset="0"/>
                <a:cs typeface="Arial" panose="020B0604020202020204" pitchFamily="34" charset="0"/>
              </a:rPr>
              <a:t>Purpose of the Model</a:t>
            </a:r>
            <a:r>
              <a:rPr lang="en-US" sz="1200" b="0" dirty="0" smtClean="0">
                <a:latin typeface="Arial" panose="020B0604020202020204" pitchFamily="34" charset="0"/>
                <a:cs typeface="Arial" panose="020B0604020202020204" pitchFamily="34" charset="0"/>
              </a:rPr>
              <a:t>: </a:t>
            </a:r>
            <a:r>
              <a:rPr lang="en-US" sz="1200" b="0" dirty="0"/>
              <a:t>T</a:t>
            </a:r>
            <a:r>
              <a:rPr lang="en-US" sz="1200" b="0" dirty="0" smtClean="0"/>
              <a:t>his </a:t>
            </a:r>
            <a:r>
              <a:rPr lang="en-US" sz="1200" b="0" dirty="0"/>
              <a:t>model </a:t>
            </a:r>
            <a:r>
              <a:rPr lang="en-US" sz="1200" b="0" dirty="0" smtClean="0"/>
              <a:t>is used to determine </a:t>
            </a:r>
            <a:r>
              <a:rPr lang="en-US" sz="1200" b="0" dirty="0"/>
              <a:t>and document </a:t>
            </a:r>
            <a:r>
              <a:rPr lang="en-US" sz="1200" b="0" dirty="0" smtClean="0"/>
              <a:t>IICRAs (</a:t>
            </a:r>
            <a:r>
              <a:rPr lang="en-US" sz="1200" b="0" dirty="0"/>
              <a:t>Insurance Industry and Country Risk Assessments )</a:t>
            </a:r>
            <a:r>
              <a:rPr lang="en-US" sz="1200" b="0" dirty="0" smtClean="0"/>
              <a:t> , </a:t>
            </a:r>
            <a:r>
              <a:rPr lang="en-US" sz="1200" b="0" dirty="0"/>
              <a:t>which are a step in the analytical process for rating insurance companies. </a:t>
            </a:r>
            <a:r>
              <a:rPr lang="en-US" sz="1200" b="0" dirty="0" smtClean="0"/>
              <a:t>Although </a:t>
            </a:r>
            <a:r>
              <a:rPr lang="en-US" sz="1200" b="0" dirty="0"/>
              <a:t>the model does not produce a rating outcome, it facilitates the derivation of, and rating summary record-keeping for, IICRA assessments that feed into the derivation of the business risk profile for an insurance company. </a:t>
            </a:r>
            <a:r>
              <a:rPr lang="en-US" sz="1200" b="0" dirty="0" smtClean="0"/>
              <a:t>The model produces final IICRA score based on the corresponding country risk and industry risk profile. The </a:t>
            </a:r>
            <a:r>
              <a:rPr lang="en-US" sz="1200" b="0" dirty="0"/>
              <a:t>model produces final IICRA score ranging from </a:t>
            </a:r>
            <a:r>
              <a:rPr lang="en-US" sz="1200" b="0" dirty="0" smtClean="0"/>
              <a:t>1(strongest – very low risk)  </a:t>
            </a:r>
            <a:r>
              <a:rPr lang="en-US" sz="1200" b="0" dirty="0"/>
              <a:t>to 6 (</a:t>
            </a:r>
            <a:r>
              <a:rPr lang="en-US" sz="1200" b="0" dirty="0" smtClean="0"/>
              <a:t>weakest – very high risk)</a:t>
            </a:r>
            <a:endParaRPr lang="en-US" sz="1200" b="0" dirty="0" smtClean="0">
              <a:latin typeface="Arial" panose="020B0604020202020204" pitchFamily="34" charset="0"/>
              <a:cs typeface="Arial" panose="020B0604020202020204" pitchFamily="34" charset="0"/>
            </a:endParaRPr>
          </a:p>
          <a:p>
            <a:pPr marL="342900" indent="-342900">
              <a:buFont typeface="+mj-lt"/>
              <a:buAutoNum type="arabicPeriod"/>
            </a:pPr>
            <a:r>
              <a:rPr lang="en-US" sz="1200" dirty="0" smtClean="0">
                <a:latin typeface="Arial" panose="020B0604020202020204" pitchFamily="34" charset="0"/>
                <a:cs typeface="Arial" panose="020B0604020202020204" pitchFamily="34" charset="0"/>
              </a:rPr>
              <a:t>Region: </a:t>
            </a:r>
            <a:r>
              <a:rPr lang="en-US" sz="1200" b="0" dirty="0" smtClean="0">
                <a:latin typeface="Arial" panose="020B0604020202020204" pitchFamily="34" charset="0"/>
                <a:cs typeface="Arial" panose="020B0604020202020204" pitchFamily="34" charset="0"/>
              </a:rPr>
              <a:t>Global</a:t>
            </a:r>
          </a:p>
          <a:p>
            <a:pPr marL="342900" indent="-342900">
              <a:buFont typeface="+mj-lt"/>
              <a:buAutoNum type="arabicPeriod"/>
            </a:pPr>
            <a:r>
              <a:rPr lang="en-US" sz="1200" dirty="0" smtClean="0">
                <a:latin typeface="Arial" panose="020B0604020202020204" pitchFamily="34" charset="0"/>
                <a:cs typeface="Arial" panose="020B0604020202020204" pitchFamily="34" charset="0"/>
              </a:rPr>
              <a:t>Business: </a:t>
            </a:r>
            <a:r>
              <a:rPr lang="en-US" sz="1200" b="0" dirty="0" smtClean="0">
                <a:latin typeface="Arial" panose="020B0604020202020204" pitchFamily="34" charset="0"/>
                <a:cs typeface="Arial" panose="020B0604020202020204" pitchFamily="34" charset="0"/>
              </a:rPr>
              <a:t>Insurance</a:t>
            </a:r>
          </a:p>
          <a:p>
            <a:pPr marL="342900" indent="-342900">
              <a:buFont typeface="+mj-lt"/>
              <a:buAutoNum type="arabicPeriod"/>
            </a:pPr>
            <a:r>
              <a:rPr lang="en-US" sz="1200" dirty="0" smtClean="0">
                <a:latin typeface="Arial" panose="020B0604020202020204" pitchFamily="34" charset="0"/>
                <a:cs typeface="Arial" panose="020B0604020202020204" pitchFamily="34" charset="0"/>
              </a:rPr>
              <a:t>Model cross reference to other models</a:t>
            </a:r>
            <a:r>
              <a:rPr lang="en-US" sz="1200" dirty="0">
                <a:latin typeface="Arial" panose="020B0604020202020204" pitchFamily="34" charset="0"/>
                <a:cs typeface="Arial" panose="020B0604020202020204" pitchFamily="34" charset="0"/>
              </a:rPr>
              <a:t>: </a:t>
            </a:r>
            <a:r>
              <a:rPr lang="en-US" sz="1200" b="0" dirty="0" smtClean="0">
                <a:latin typeface="Arial" panose="020B0604020202020204" pitchFamily="34" charset="0"/>
                <a:cs typeface="Arial" panose="020B0604020202020204" pitchFamily="34" charset="0"/>
              </a:rPr>
              <a:t>N/A</a:t>
            </a:r>
          </a:p>
          <a:p>
            <a:pPr marL="342900" indent="-342900">
              <a:buFont typeface="+mj-lt"/>
              <a:buAutoNum type="arabicPeriod"/>
            </a:pPr>
            <a:r>
              <a:rPr lang="en-US" sz="1200" dirty="0" smtClean="0">
                <a:latin typeface="Arial" panose="020B0604020202020204" pitchFamily="34" charset="0"/>
                <a:cs typeface="Arial" panose="020B0604020202020204" pitchFamily="34" charset="0"/>
              </a:rPr>
              <a:t>Actual or expected usage: </a:t>
            </a:r>
            <a:r>
              <a:rPr lang="en-US" sz="1200" b="0" dirty="0">
                <a:latin typeface="Arial" panose="020B0604020202020204" pitchFamily="34" charset="0"/>
                <a:cs typeface="Arial" panose="020B0604020202020204" pitchFamily="34" charset="0"/>
              </a:rPr>
              <a:t>This model will be used to conduct industry </a:t>
            </a:r>
            <a:r>
              <a:rPr lang="en-US" sz="1200" b="0" dirty="0"/>
              <a:t>country risk assessments for insurance companies</a:t>
            </a:r>
            <a:r>
              <a:rPr lang="en-US" sz="1200" b="0" dirty="0" smtClean="0"/>
              <a:t>.</a:t>
            </a:r>
            <a:endParaRPr lang="en-US" sz="1200" dirty="0" smtClean="0">
              <a:latin typeface="Arial" panose="020B0604020202020204" pitchFamily="34" charset="0"/>
              <a:cs typeface="Arial" panose="020B0604020202020204" pitchFamily="34" charset="0"/>
            </a:endParaRPr>
          </a:p>
          <a:p>
            <a:pPr marL="342900" indent="-342900">
              <a:buFont typeface="+mj-lt"/>
              <a:buAutoNum type="arabicPeriod"/>
            </a:pPr>
            <a:r>
              <a:rPr lang="en-US" sz="1200" dirty="0" smtClean="0">
                <a:latin typeface="Arial" panose="020B0604020202020204" pitchFamily="34" charset="0"/>
                <a:cs typeface="Arial" panose="020B0604020202020204" pitchFamily="34" charset="0"/>
              </a:rPr>
              <a:t>Time frame during which model is expected to remain valid: </a:t>
            </a:r>
            <a:r>
              <a:rPr lang="en-US" sz="1200" b="0" dirty="0">
                <a:latin typeface="Arial" panose="020B0604020202020204" pitchFamily="34" charset="0"/>
                <a:cs typeface="Arial" panose="020B0604020202020204" pitchFamily="34" charset="0"/>
              </a:rPr>
              <a:t>The Model is expected to remain valid </a:t>
            </a:r>
            <a:r>
              <a:rPr lang="en-US" sz="1200" b="0" dirty="0" smtClean="0">
                <a:latin typeface="Arial" panose="020B0604020202020204" pitchFamily="34" charset="0"/>
                <a:cs typeface="Arial" panose="020B0604020202020204" pitchFamily="34" charset="0"/>
              </a:rPr>
              <a:t>until there are changes requiring a new version or changes to the applicable criteria. </a:t>
            </a:r>
            <a:endParaRPr lang="en-US" sz="1200" dirty="0" smtClean="0">
              <a:latin typeface="Arial" panose="020B0604020202020204" pitchFamily="34" charset="0"/>
              <a:cs typeface="Arial" panose="020B0604020202020204" pitchFamily="34" charset="0"/>
            </a:endParaRPr>
          </a:p>
          <a:p>
            <a:pPr marL="342900" indent="-342900">
              <a:buFont typeface="+mj-lt"/>
              <a:buAutoNum type="arabicPeriod"/>
            </a:pPr>
            <a:endParaRPr lang="en-US" sz="1200" dirty="0">
              <a:latin typeface="Arial" panose="020B0604020202020204" pitchFamily="34" charset="0"/>
              <a:cs typeface="Arial" panose="020B0604020202020204" pitchFamily="34" charset="0"/>
            </a:endParaRPr>
          </a:p>
          <a:p>
            <a:pPr marL="342900" indent="-342900">
              <a:buFont typeface="+mj-lt"/>
              <a:buAutoNum type="arabicPeriod"/>
            </a:pPr>
            <a:r>
              <a:rPr lang="en-US" sz="1200" dirty="0" smtClean="0">
                <a:latin typeface="Arial" panose="020B0604020202020204" pitchFamily="34" charset="0"/>
                <a:cs typeface="Arial" panose="020B0604020202020204" pitchFamily="34" charset="0"/>
              </a:rPr>
              <a:t>Squad:       </a:t>
            </a:r>
            <a:r>
              <a:rPr lang="en-US" sz="1200" b="0" i="1" dirty="0" smtClean="0">
                <a:latin typeface="Arial" panose="020B0604020202020204" pitchFamily="34" charset="0"/>
                <a:cs typeface="Arial" panose="020B0604020202020204" pitchFamily="34" charset="0"/>
              </a:rPr>
              <a:t>Model </a:t>
            </a:r>
            <a:r>
              <a:rPr lang="en-US" sz="1200" b="0" i="1" dirty="0">
                <a:latin typeface="Arial" panose="020B0604020202020204" pitchFamily="34" charset="0"/>
                <a:cs typeface="Arial" panose="020B0604020202020204" pitchFamily="34" charset="0"/>
              </a:rPr>
              <a:t>working group</a:t>
            </a:r>
            <a:r>
              <a:rPr lang="en-US" sz="1200" b="0" dirty="0">
                <a:latin typeface="Arial" panose="020B0604020202020204" pitchFamily="34" charset="0"/>
                <a:cs typeface="Arial" panose="020B0604020202020204" pitchFamily="34" charset="0"/>
              </a:rPr>
              <a:t>: </a:t>
            </a:r>
          </a:p>
          <a:p>
            <a:pPr marL="1484313" lvl="5" indent="-342900">
              <a:buFont typeface="Wingdings" panose="05000000000000000000" pitchFamily="2" charset="2"/>
              <a:buChar char="§"/>
            </a:pPr>
            <a:r>
              <a:rPr lang="en-US" sz="1200" i="1" dirty="0">
                <a:latin typeface="Arial" panose="020B0604020202020204" pitchFamily="34" charset="0"/>
                <a:cs typeface="Arial" panose="020B0604020202020204" pitchFamily="34" charset="0"/>
              </a:rPr>
              <a:t>Developer: Mario Chakar, Derek Ding</a:t>
            </a:r>
          </a:p>
          <a:p>
            <a:pPr marL="1484313" lvl="5" indent="-342900">
              <a:buFont typeface="Wingdings" panose="05000000000000000000" pitchFamily="2" charset="2"/>
              <a:buChar char="§"/>
            </a:pPr>
            <a:r>
              <a:rPr lang="en-US" sz="1200" i="1" dirty="0">
                <a:latin typeface="Arial" panose="020B0604020202020204" pitchFamily="34" charset="0"/>
                <a:cs typeface="Arial" panose="020B0604020202020204" pitchFamily="34" charset="0"/>
              </a:rPr>
              <a:t>Tester: Luke Tian</a:t>
            </a:r>
          </a:p>
          <a:p>
            <a:pPr marL="1484313" lvl="5" indent="-342900">
              <a:buFont typeface="Wingdings" panose="05000000000000000000" pitchFamily="2" charset="2"/>
              <a:buChar char="§"/>
            </a:pPr>
            <a:r>
              <a:rPr lang="en-US" sz="1200" i="1" dirty="0">
                <a:latin typeface="Arial" panose="020B0604020202020204" pitchFamily="34" charset="0"/>
                <a:cs typeface="Arial" panose="020B0604020202020204" pitchFamily="34" charset="0"/>
              </a:rPr>
              <a:t>Squad Leader/Model Owner: </a:t>
            </a:r>
            <a:r>
              <a:rPr lang="en-US" sz="1200" dirty="0">
                <a:latin typeface="Arial" panose="020B0604020202020204" pitchFamily="34" charset="0"/>
                <a:cs typeface="Arial" panose="020B0604020202020204" pitchFamily="34" charset="0"/>
              </a:rPr>
              <a:t> </a:t>
            </a:r>
            <a:r>
              <a:rPr lang="en-US" sz="1200" i="1" dirty="0">
                <a:latin typeface="Arial" panose="020B0604020202020204" pitchFamily="34" charset="0"/>
                <a:cs typeface="Arial" panose="020B0604020202020204" pitchFamily="34" charset="0"/>
              </a:rPr>
              <a:t>Simon Marshall/Derek Ding</a:t>
            </a:r>
            <a:r>
              <a:rPr lang="en-US" sz="1200" dirty="0">
                <a:latin typeface="Arial" panose="020B0604020202020204" pitchFamily="34" charset="0"/>
                <a:cs typeface="Arial" panose="020B0604020202020204" pitchFamily="34" charset="0"/>
              </a:rPr>
              <a:t>	</a:t>
            </a:r>
            <a:endParaRPr lang="en-US" sz="1200" i="1" dirty="0">
              <a:latin typeface="Arial" panose="020B0604020202020204" pitchFamily="34" charset="0"/>
              <a:cs typeface="Arial" panose="020B0604020202020204" pitchFamily="34" charset="0"/>
            </a:endParaRPr>
          </a:p>
          <a:p>
            <a:pPr marL="1484313" lvl="5" indent="-342900">
              <a:buFont typeface="Wingdings" panose="05000000000000000000" pitchFamily="2" charset="2"/>
              <a:buChar char="§"/>
            </a:pPr>
            <a:r>
              <a:rPr lang="en-US" sz="1200" i="1" dirty="0">
                <a:latin typeface="Arial" panose="020B0604020202020204" pitchFamily="34" charset="0"/>
                <a:cs typeface="Arial" panose="020B0604020202020204" pitchFamily="34" charset="0"/>
              </a:rPr>
              <a:t>Model Coordinator/Approver: Simon Marshall </a:t>
            </a:r>
          </a:p>
          <a:p>
            <a:endParaRPr lang="en-GB" sz="1400" dirty="0"/>
          </a:p>
          <a:p>
            <a:endParaRPr lang="en-GB" sz="1400" dirty="0"/>
          </a:p>
          <a:p>
            <a:pPr marL="342900" indent="-342900">
              <a:buFont typeface="Arial" panose="020B0604020202020204" pitchFamily="34" charset="0"/>
              <a:buChar char="•"/>
            </a:pPr>
            <a:endParaRPr lang="en-GB" sz="1400" dirty="0"/>
          </a:p>
        </p:txBody>
      </p:sp>
      <p:sp>
        <p:nvSpPr>
          <p:cNvPr id="3" name="Slide Number Placeholder 2"/>
          <p:cNvSpPr>
            <a:spLocks noGrp="1"/>
          </p:cNvSpPr>
          <p:nvPr>
            <p:ph type="sldNum" sz="quarter" idx="16"/>
          </p:nvPr>
        </p:nvSpPr>
        <p:spPr/>
        <p:txBody>
          <a:bodyPr/>
          <a:lstStyle/>
          <a:p>
            <a:fld id="{D8C7B916-C5B8-B44E-8A57-C4F989E2FE98}" type="slidenum">
              <a:rPr lang="en-US" smtClean="0"/>
              <a:pPr/>
              <a:t>3</a:t>
            </a:fld>
            <a:endParaRPr lang="en-US" dirty="0"/>
          </a:p>
        </p:txBody>
      </p:sp>
      <p:sp>
        <p:nvSpPr>
          <p:cNvPr id="11" name="Title 10"/>
          <p:cNvSpPr>
            <a:spLocks noGrp="1"/>
          </p:cNvSpPr>
          <p:nvPr>
            <p:ph type="title"/>
          </p:nvPr>
        </p:nvSpPr>
        <p:spPr>
          <a:xfrm>
            <a:off x="227013" y="280847"/>
            <a:ext cx="8688387" cy="315502"/>
          </a:xfrm>
        </p:spPr>
        <p:txBody>
          <a:bodyPr/>
          <a:lstStyle/>
          <a:p>
            <a:r>
              <a:rPr lang="en-US" sz="1800" dirty="0" smtClean="0"/>
              <a:t>1. Executive Summary:</a:t>
            </a:r>
            <a:endParaRPr lang="en-US" sz="1800" dirty="0">
              <a:solidFill>
                <a:srgbClr val="FF0000"/>
              </a:solidFill>
            </a:endParaRPr>
          </a:p>
        </p:txBody>
      </p:sp>
    </p:spTree>
    <p:extLst>
      <p:ext uri="{BB962C8B-B14F-4D97-AF65-F5344CB8AC3E}">
        <p14:creationId xmlns:p14="http://schemas.microsoft.com/office/powerpoint/2010/main" val="406790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36537" y="668338"/>
            <a:ext cx="8688387" cy="5124451"/>
          </a:xfrm>
        </p:spPr>
        <p:txBody>
          <a:bodyPr/>
          <a:lstStyle/>
          <a:p>
            <a:r>
              <a:rPr lang="en-US" sz="1600" b="0" dirty="0" smtClean="0"/>
              <a:t>	</a:t>
            </a:r>
          </a:p>
          <a:p>
            <a:endParaRPr lang="en-US" sz="1600" b="0" dirty="0"/>
          </a:p>
          <a:p>
            <a:endParaRPr lang="en-US" sz="1600" dirty="0" smtClean="0"/>
          </a:p>
          <a:p>
            <a:endParaRPr lang="en-US" sz="1600" dirty="0"/>
          </a:p>
          <a:p>
            <a:endParaRPr lang="en-US" sz="1600" dirty="0" smtClean="0"/>
          </a:p>
          <a:p>
            <a:r>
              <a:rPr lang="en-US" sz="1600" dirty="0"/>
              <a:t>	</a:t>
            </a:r>
            <a:endParaRPr lang="en-US" sz="1600" dirty="0" smtClean="0"/>
          </a:p>
          <a:p>
            <a:endParaRPr lang="en-US" sz="1600" b="0" dirty="0" smtClean="0"/>
          </a:p>
          <a:p>
            <a:endParaRPr lang="en-US" sz="1600" b="0" dirty="0"/>
          </a:p>
          <a:p>
            <a:endParaRPr lang="en-US" sz="1600" b="0" dirty="0"/>
          </a:p>
          <a:p>
            <a:r>
              <a:rPr lang="en-US" sz="1600" dirty="0" smtClean="0"/>
              <a:t>	</a:t>
            </a:r>
            <a:r>
              <a:rPr lang="en-US" sz="1600" b="0" dirty="0"/>
              <a:t>	</a:t>
            </a:r>
          </a:p>
          <a:p>
            <a:pPr marL="400050" indent="-400050">
              <a:buFont typeface="+mj-lt"/>
              <a:buAutoNum type="romanLcPeriod" startAt="3"/>
            </a:pPr>
            <a:endParaRPr lang="en-US" sz="1600" b="0" dirty="0"/>
          </a:p>
          <a:p>
            <a:pPr lvl="1" indent="0">
              <a:buNone/>
            </a:pPr>
            <a:r>
              <a:rPr lang="en-US" sz="1600" b="0" dirty="0" smtClean="0"/>
              <a:t>	</a:t>
            </a:r>
          </a:p>
          <a:p>
            <a:endParaRPr lang="en-US" sz="1600" dirty="0" smtClean="0"/>
          </a:p>
          <a:p>
            <a:endParaRPr lang="en-GB" sz="1600" dirty="0"/>
          </a:p>
          <a:p>
            <a:pPr marL="342900" indent="-342900">
              <a:buFont typeface="Arial" panose="020B0604020202020204" pitchFamily="34" charset="0"/>
              <a:buChar char="•"/>
            </a:pPr>
            <a:endParaRPr lang="en-GB" dirty="0"/>
          </a:p>
        </p:txBody>
      </p:sp>
      <p:sp>
        <p:nvSpPr>
          <p:cNvPr id="3" name="Slide Number Placeholder 2"/>
          <p:cNvSpPr>
            <a:spLocks noGrp="1"/>
          </p:cNvSpPr>
          <p:nvPr>
            <p:ph type="sldNum" sz="quarter" idx="16"/>
          </p:nvPr>
        </p:nvSpPr>
        <p:spPr/>
        <p:txBody>
          <a:bodyPr/>
          <a:lstStyle/>
          <a:p>
            <a:fld id="{D8C7B916-C5B8-B44E-8A57-C4F989E2FE98}" type="slidenum">
              <a:rPr lang="en-US" smtClean="0"/>
              <a:pPr/>
              <a:t>4</a:t>
            </a:fld>
            <a:endParaRPr lang="en-US" dirty="0"/>
          </a:p>
        </p:txBody>
      </p:sp>
      <p:sp>
        <p:nvSpPr>
          <p:cNvPr id="11" name="Title 10"/>
          <p:cNvSpPr>
            <a:spLocks noGrp="1"/>
          </p:cNvSpPr>
          <p:nvPr>
            <p:ph type="title"/>
          </p:nvPr>
        </p:nvSpPr>
        <p:spPr>
          <a:xfrm>
            <a:off x="227013" y="280846"/>
            <a:ext cx="8688387" cy="322404"/>
          </a:xfrm>
        </p:spPr>
        <p:txBody>
          <a:bodyPr/>
          <a:lstStyle/>
          <a:p>
            <a:r>
              <a:rPr lang="en-US" sz="1800" dirty="0" smtClean="0"/>
              <a:t>2. Relevant Criteria Articles:</a:t>
            </a:r>
            <a:endParaRPr lang="en-US" sz="1800" dirty="0">
              <a:solidFill>
                <a:srgbClr val="FF0000"/>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1036709511"/>
              </p:ext>
            </p:extLst>
          </p:nvPr>
        </p:nvGraphicFramePr>
        <p:xfrm>
          <a:off x="457200" y="869950"/>
          <a:ext cx="8458200" cy="1828800"/>
        </p:xfrm>
        <a:graphic>
          <a:graphicData uri="http://schemas.openxmlformats.org/drawingml/2006/table">
            <a:tbl>
              <a:tblPr firstRow="1" firstCol="1" bandRow="1">
                <a:tableStyleId>{5C22544A-7EE6-4342-B048-85BDC9FD1C3A}</a:tableStyleId>
              </a:tblPr>
              <a:tblGrid>
                <a:gridCol w="469899">
                  <a:extLst>
                    <a:ext uri="{9D8B030D-6E8A-4147-A177-3AD203B41FA5}">
                      <a16:colId xmlns:a16="http://schemas.microsoft.com/office/drawing/2014/main" val="20000"/>
                    </a:ext>
                  </a:extLst>
                </a:gridCol>
                <a:gridCol w="1722967">
                  <a:extLst>
                    <a:ext uri="{9D8B030D-6E8A-4147-A177-3AD203B41FA5}">
                      <a16:colId xmlns:a16="http://schemas.microsoft.com/office/drawing/2014/main" val="20001"/>
                    </a:ext>
                  </a:extLst>
                </a:gridCol>
                <a:gridCol w="2036233">
                  <a:extLst>
                    <a:ext uri="{9D8B030D-6E8A-4147-A177-3AD203B41FA5}">
                      <a16:colId xmlns:a16="http://schemas.microsoft.com/office/drawing/2014/main" val="20002"/>
                    </a:ext>
                  </a:extLst>
                </a:gridCol>
                <a:gridCol w="4229101">
                  <a:extLst>
                    <a:ext uri="{9D8B030D-6E8A-4147-A177-3AD203B41FA5}">
                      <a16:colId xmlns:a16="http://schemas.microsoft.com/office/drawing/2014/main" val="20003"/>
                    </a:ext>
                  </a:extLst>
                </a:gridCol>
              </a:tblGrid>
              <a:tr h="457200">
                <a:tc>
                  <a:txBody>
                    <a:bodyPr/>
                    <a:lstStyle/>
                    <a:p>
                      <a:pPr marL="457200" indent="-457200" algn="ctr">
                        <a:lnSpc>
                          <a:spcPct val="115000"/>
                        </a:lnSpc>
                        <a:spcAft>
                          <a:spcPts val="0"/>
                        </a:spcAft>
                      </a:pPr>
                      <a:r>
                        <a:rPr lang="en-US" sz="1400" dirty="0">
                          <a:effectLst/>
                        </a:rPr>
                        <a:t> </a:t>
                      </a:r>
                      <a:endParaRPr lang="en-US"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400" dirty="0" smtClean="0">
                          <a:effectLst/>
                        </a:rPr>
                        <a:t>Criteria ID (CUID)</a:t>
                      </a:r>
                      <a:endParaRPr lang="en-US" sz="1100" dirty="0">
                        <a:effectLst/>
                        <a:latin typeface="Calibri"/>
                        <a:ea typeface="Calibri"/>
                        <a:cs typeface="Times New Roman"/>
                      </a:endParaRPr>
                    </a:p>
                  </a:txBody>
                  <a:tcPr marL="68580" marR="68580" marT="0" marB="0" anchor="b"/>
                </a:tc>
                <a:tc>
                  <a:txBody>
                    <a:bodyPr/>
                    <a:lstStyle/>
                    <a:p>
                      <a:pPr algn="ctr">
                        <a:lnSpc>
                          <a:spcPct val="115000"/>
                        </a:lnSpc>
                        <a:spcAft>
                          <a:spcPts val="0"/>
                        </a:spcAft>
                      </a:pPr>
                      <a:r>
                        <a:rPr lang="en-US" sz="1400" dirty="0">
                          <a:effectLst/>
                        </a:rPr>
                        <a:t>Date Criteria Published</a:t>
                      </a:r>
                      <a:endParaRPr lang="en-US" sz="1100" dirty="0">
                        <a:effectLst/>
                        <a:latin typeface="Calibri"/>
                        <a:ea typeface="Calibri"/>
                        <a:cs typeface="Times New Roman"/>
                      </a:endParaRPr>
                    </a:p>
                  </a:txBody>
                  <a:tcPr marL="68580" marR="68580" marT="0" marB="0" anchor="b"/>
                </a:tc>
                <a:tc>
                  <a:txBody>
                    <a:bodyPr/>
                    <a:lstStyle/>
                    <a:p>
                      <a:pPr>
                        <a:lnSpc>
                          <a:spcPct val="115000"/>
                        </a:lnSpc>
                        <a:spcAft>
                          <a:spcPts val="0"/>
                        </a:spcAft>
                      </a:pPr>
                      <a:r>
                        <a:rPr lang="en-US" sz="1400" dirty="0">
                          <a:effectLst/>
                        </a:rPr>
                        <a:t>Criteria Title</a:t>
                      </a:r>
                      <a:endParaRPr lang="en-US" sz="1100" dirty="0">
                        <a:effectLst/>
                        <a:latin typeface="Calibri"/>
                        <a:ea typeface="Calibri"/>
                        <a:cs typeface="Times New Roman"/>
                      </a:endParaRPr>
                    </a:p>
                  </a:txBody>
                  <a:tcPr marL="68580" marR="68580" marT="0" marB="0" anchor="b"/>
                </a:tc>
                <a:extLst>
                  <a:ext uri="{0D108BD9-81ED-4DB2-BD59-A6C34878D82A}">
                    <a16:rowId xmlns:a16="http://schemas.microsoft.com/office/drawing/2014/main" val="10000"/>
                  </a:ext>
                </a:extLst>
              </a:tr>
              <a:tr h="274320">
                <a:tc>
                  <a:txBody>
                    <a:bodyPr/>
                    <a:lstStyle/>
                    <a:p>
                      <a:pPr algn="ctr">
                        <a:spcAft>
                          <a:spcPts val="0"/>
                        </a:spcAft>
                      </a:pPr>
                      <a:r>
                        <a:rPr lang="en-US" sz="1200" dirty="0" smtClean="0">
                          <a:effectLst/>
                        </a:rPr>
                        <a:t>1</a:t>
                      </a:r>
                      <a:endParaRPr lang="en-US" sz="1200" dirty="0">
                        <a:solidFill>
                          <a:srgbClr val="000000"/>
                        </a:solidFill>
                        <a:effectLst/>
                        <a:latin typeface="Arial"/>
                        <a:ea typeface="Calibri"/>
                      </a:endParaRPr>
                    </a:p>
                  </a:txBody>
                  <a:tcPr marL="68580" marR="68580" marT="0" marB="0" anchor="ctr"/>
                </a:tc>
                <a:tc>
                  <a:txBody>
                    <a:bodyPr/>
                    <a:lstStyle/>
                    <a:p>
                      <a:pPr>
                        <a:spcAft>
                          <a:spcPts val="0"/>
                        </a:spcAft>
                      </a:pPr>
                      <a:r>
                        <a:rPr lang="en-US" sz="1400" b="1" dirty="0" smtClean="0">
                          <a:solidFill>
                            <a:srgbClr val="000000"/>
                          </a:solidFill>
                          <a:effectLst/>
                          <a:latin typeface="Arial"/>
                          <a:ea typeface="Calibri"/>
                        </a:rPr>
                        <a:t>N/A</a:t>
                      </a:r>
                      <a:endParaRPr lang="en-US" sz="1400" b="1" dirty="0">
                        <a:solidFill>
                          <a:srgbClr val="000000"/>
                        </a:solidFill>
                        <a:effectLst/>
                        <a:latin typeface="Arial"/>
                        <a:ea typeface="Calibri"/>
                      </a:endParaRPr>
                    </a:p>
                  </a:txBody>
                  <a:tcPr marL="68580" marR="68580" marT="0" marB="0" anchor="ctr"/>
                </a:tc>
                <a:tc>
                  <a:txBody>
                    <a:bodyPr/>
                    <a:lstStyle/>
                    <a:p>
                      <a:pPr algn="ctr">
                        <a:spcAft>
                          <a:spcPts val="0"/>
                        </a:spcAft>
                      </a:pPr>
                      <a:r>
                        <a:rPr lang="en-US" sz="1400" b="1" i="0" u="none" strike="noStrike" kern="1200" baseline="0" dirty="0" smtClean="0">
                          <a:solidFill>
                            <a:schemeClr val="dk1"/>
                          </a:solidFill>
                          <a:latin typeface="+mn-lt"/>
                          <a:ea typeface="+mn-ea"/>
                          <a:cs typeface="+mn-cs"/>
                        </a:rPr>
                        <a:t>TBD</a:t>
                      </a:r>
                      <a:endParaRPr lang="en-US" sz="1400" dirty="0">
                        <a:solidFill>
                          <a:srgbClr val="000000"/>
                        </a:solidFill>
                        <a:effectLst/>
                        <a:latin typeface="Arial"/>
                        <a:ea typeface="Calibri"/>
                      </a:endParaRPr>
                    </a:p>
                  </a:txBody>
                  <a:tcPr marL="68580" marR="68580" marT="0" marB="0" anchor="ctr"/>
                </a:tc>
                <a:tc>
                  <a:txBody>
                    <a:bodyPr/>
                    <a:lstStyle/>
                    <a:p>
                      <a:pPr>
                        <a:spcAft>
                          <a:spcPts val="0"/>
                        </a:spcAft>
                      </a:pPr>
                      <a:r>
                        <a:rPr lang="en-US" sz="1400" b="1" i="0" u="none" strike="noStrike" kern="1200" baseline="0" dirty="0" smtClean="0">
                          <a:solidFill>
                            <a:schemeClr val="dk1"/>
                          </a:solidFill>
                          <a:latin typeface="+mn-lt"/>
                          <a:ea typeface="+mn-ea"/>
                          <a:cs typeface="+mn-cs"/>
                        </a:rPr>
                        <a:t>Insurers Rating Methodology</a:t>
                      </a:r>
                      <a:endParaRPr lang="en-US" sz="1400" dirty="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10001"/>
                  </a:ext>
                </a:extLst>
              </a:tr>
              <a:tr h="274320">
                <a:tc>
                  <a:txBody>
                    <a:bodyPr/>
                    <a:lstStyle/>
                    <a:p>
                      <a:pPr algn="ctr">
                        <a:spcAft>
                          <a:spcPts val="0"/>
                        </a:spcAft>
                      </a:pPr>
                      <a:r>
                        <a:rPr lang="en-US" sz="1200" dirty="0" smtClean="0">
                          <a:effectLst/>
                        </a:rPr>
                        <a:t>2</a:t>
                      </a:r>
                      <a:endParaRPr lang="en-US" sz="1200" dirty="0">
                        <a:solidFill>
                          <a:srgbClr val="000000"/>
                        </a:solidFill>
                        <a:effectLst/>
                        <a:latin typeface="Arial"/>
                        <a:ea typeface="Calibri"/>
                      </a:endParaRPr>
                    </a:p>
                  </a:txBody>
                  <a:tcPr marL="68580" marR="68580" marT="0" marB="0" anchor="ctr"/>
                </a:tc>
                <a:tc>
                  <a:txBody>
                    <a:bodyPr/>
                    <a:lstStyle/>
                    <a:p>
                      <a:pPr>
                        <a:spcAft>
                          <a:spcPts val="0"/>
                        </a:spcAft>
                      </a:pPr>
                      <a:endParaRPr lang="en-US" sz="1200" dirty="0">
                        <a:solidFill>
                          <a:srgbClr val="000000"/>
                        </a:solidFill>
                        <a:effectLst/>
                        <a:latin typeface="Arial"/>
                        <a:ea typeface="Calibri"/>
                      </a:endParaRPr>
                    </a:p>
                  </a:txBody>
                  <a:tcPr marL="68580" marR="68580" marT="0" marB="0" anchor="ctr"/>
                </a:tc>
                <a:tc>
                  <a:txBody>
                    <a:bodyPr/>
                    <a:lstStyle/>
                    <a:p>
                      <a:pPr algn="ctr">
                        <a:spcAft>
                          <a:spcPts val="0"/>
                        </a:spcAft>
                      </a:pPr>
                      <a:endParaRPr lang="en-US" sz="1200" dirty="0">
                        <a:solidFill>
                          <a:srgbClr val="000000"/>
                        </a:solidFill>
                        <a:effectLst/>
                        <a:latin typeface="Arial"/>
                        <a:ea typeface="Calibri"/>
                      </a:endParaRPr>
                    </a:p>
                  </a:txBody>
                  <a:tcPr marL="68580" marR="68580" marT="0" marB="0" anchor="ctr"/>
                </a:tc>
                <a:tc>
                  <a:txBody>
                    <a:bodyPr/>
                    <a:lstStyle/>
                    <a:p>
                      <a:pPr>
                        <a:spcAft>
                          <a:spcPts val="0"/>
                        </a:spcAft>
                      </a:pPr>
                      <a:endParaRPr lang="en-US" sz="1200" dirty="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10002"/>
                  </a:ext>
                </a:extLst>
              </a:tr>
              <a:tr h="274320">
                <a:tc>
                  <a:txBody>
                    <a:bodyPr/>
                    <a:lstStyle/>
                    <a:p>
                      <a:pPr algn="ctr">
                        <a:spcAft>
                          <a:spcPts val="0"/>
                        </a:spcAft>
                      </a:pPr>
                      <a:r>
                        <a:rPr lang="en-US" sz="1200" dirty="0" smtClean="0">
                          <a:effectLst/>
                        </a:rPr>
                        <a:t>3</a:t>
                      </a:r>
                      <a:endParaRPr lang="en-US" sz="1200" dirty="0">
                        <a:solidFill>
                          <a:srgbClr val="000000"/>
                        </a:solidFill>
                        <a:effectLst/>
                        <a:latin typeface="Arial"/>
                        <a:ea typeface="Calibri"/>
                      </a:endParaRPr>
                    </a:p>
                  </a:txBody>
                  <a:tcPr marL="68580" marR="68580" marT="0" marB="0" anchor="ctr"/>
                </a:tc>
                <a:tc>
                  <a:txBody>
                    <a:bodyPr/>
                    <a:lstStyle/>
                    <a:p>
                      <a:pPr>
                        <a:spcAft>
                          <a:spcPts val="0"/>
                        </a:spcAft>
                      </a:pPr>
                      <a:endParaRPr lang="en-US" sz="1200" dirty="0">
                        <a:solidFill>
                          <a:srgbClr val="000000"/>
                        </a:solidFill>
                        <a:effectLst/>
                        <a:latin typeface="Arial"/>
                        <a:ea typeface="Calibri"/>
                      </a:endParaRPr>
                    </a:p>
                  </a:txBody>
                  <a:tcPr marL="68580" marR="68580" marT="0" marB="0" anchor="ctr"/>
                </a:tc>
                <a:tc>
                  <a:txBody>
                    <a:bodyPr/>
                    <a:lstStyle/>
                    <a:p>
                      <a:pPr algn="ctr">
                        <a:spcAft>
                          <a:spcPts val="0"/>
                        </a:spcAft>
                      </a:pPr>
                      <a:endParaRPr lang="en-US" sz="1200" dirty="0">
                        <a:solidFill>
                          <a:srgbClr val="000000"/>
                        </a:solidFill>
                        <a:effectLst/>
                        <a:latin typeface="Arial"/>
                        <a:ea typeface="Calibri"/>
                      </a:endParaRPr>
                    </a:p>
                  </a:txBody>
                  <a:tcPr marL="68580" marR="68580" marT="0" marB="0" anchor="ctr"/>
                </a:tc>
                <a:tc>
                  <a:txBody>
                    <a:bodyPr/>
                    <a:lstStyle/>
                    <a:p>
                      <a:pPr>
                        <a:spcAft>
                          <a:spcPts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10003"/>
                  </a:ext>
                </a:extLst>
              </a:tr>
              <a:tr h="274320">
                <a:tc>
                  <a:txBody>
                    <a:bodyPr/>
                    <a:lstStyle/>
                    <a:p>
                      <a:pPr algn="ctr">
                        <a:spcAft>
                          <a:spcPts val="0"/>
                        </a:spcAft>
                      </a:pPr>
                      <a:r>
                        <a:rPr lang="en-US" sz="1200" dirty="0" smtClean="0">
                          <a:effectLst/>
                        </a:rPr>
                        <a:t>4</a:t>
                      </a:r>
                      <a:endParaRPr lang="en-US" sz="1200" dirty="0">
                        <a:solidFill>
                          <a:srgbClr val="000000"/>
                        </a:solidFill>
                        <a:effectLst/>
                        <a:latin typeface="Arial"/>
                        <a:ea typeface="Calibri"/>
                      </a:endParaRPr>
                    </a:p>
                  </a:txBody>
                  <a:tcPr marL="68580" marR="68580" marT="0" marB="0" anchor="ctr"/>
                </a:tc>
                <a:tc>
                  <a:txBody>
                    <a:bodyPr/>
                    <a:lstStyle/>
                    <a:p>
                      <a:pPr>
                        <a:spcAft>
                          <a:spcPts val="0"/>
                        </a:spcAft>
                      </a:pPr>
                      <a:endParaRPr lang="en-US" sz="1200" dirty="0">
                        <a:solidFill>
                          <a:srgbClr val="000000"/>
                        </a:solidFill>
                        <a:effectLst/>
                        <a:latin typeface="Arial"/>
                        <a:ea typeface="Calibri"/>
                      </a:endParaRPr>
                    </a:p>
                  </a:txBody>
                  <a:tcPr marL="68580" marR="68580" marT="0" marB="0" anchor="ctr"/>
                </a:tc>
                <a:tc>
                  <a:txBody>
                    <a:bodyPr/>
                    <a:lstStyle/>
                    <a:p>
                      <a:pPr algn="ctr">
                        <a:spcAft>
                          <a:spcPts val="0"/>
                        </a:spcAft>
                      </a:pPr>
                      <a:endParaRPr lang="en-US" sz="1200" dirty="0">
                        <a:solidFill>
                          <a:srgbClr val="000000"/>
                        </a:solidFill>
                        <a:effectLst/>
                        <a:latin typeface="Arial"/>
                        <a:ea typeface="Calibri"/>
                      </a:endParaRPr>
                    </a:p>
                  </a:txBody>
                  <a:tcPr marL="68580" marR="68580" marT="0" marB="0" anchor="ctr"/>
                </a:tc>
                <a:tc>
                  <a:txBody>
                    <a:bodyPr/>
                    <a:lstStyle/>
                    <a:p>
                      <a:pPr>
                        <a:spcAft>
                          <a:spcPts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10004"/>
                  </a:ext>
                </a:extLst>
              </a:tr>
              <a:tr h="274320">
                <a:tc>
                  <a:txBody>
                    <a:bodyPr/>
                    <a:lstStyle/>
                    <a:p>
                      <a:pPr algn="ctr">
                        <a:spcAft>
                          <a:spcPts val="0"/>
                        </a:spcAft>
                      </a:pPr>
                      <a:r>
                        <a:rPr lang="en-US" sz="1200" dirty="0" smtClean="0">
                          <a:effectLst/>
                        </a:rPr>
                        <a:t>5</a:t>
                      </a:r>
                      <a:endParaRPr lang="en-US" sz="1200" dirty="0">
                        <a:solidFill>
                          <a:srgbClr val="000000"/>
                        </a:solidFill>
                        <a:effectLst/>
                        <a:latin typeface="Arial"/>
                        <a:ea typeface="Calibri"/>
                      </a:endParaRPr>
                    </a:p>
                  </a:txBody>
                  <a:tcPr marL="68580" marR="68580" marT="0" marB="0" anchor="ctr"/>
                </a:tc>
                <a:tc>
                  <a:txBody>
                    <a:bodyPr/>
                    <a:lstStyle/>
                    <a:p>
                      <a:pPr>
                        <a:spcAft>
                          <a:spcPts val="0"/>
                        </a:spcAft>
                      </a:pPr>
                      <a:endParaRPr lang="en-US" sz="1200">
                        <a:solidFill>
                          <a:srgbClr val="000000"/>
                        </a:solidFill>
                        <a:effectLst/>
                        <a:latin typeface="Arial"/>
                        <a:ea typeface="Calibri"/>
                      </a:endParaRPr>
                    </a:p>
                  </a:txBody>
                  <a:tcPr marL="68580" marR="68580" marT="0" marB="0" anchor="ctr"/>
                </a:tc>
                <a:tc>
                  <a:txBody>
                    <a:bodyPr/>
                    <a:lstStyle/>
                    <a:p>
                      <a:pPr algn="ctr">
                        <a:spcAft>
                          <a:spcPts val="0"/>
                        </a:spcAft>
                      </a:pPr>
                      <a:endParaRPr lang="en-US" sz="1200" dirty="0">
                        <a:solidFill>
                          <a:srgbClr val="000000"/>
                        </a:solidFill>
                        <a:effectLst/>
                        <a:latin typeface="Arial"/>
                        <a:ea typeface="Calibri"/>
                      </a:endParaRPr>
                    </a:p>
                  </a:txBody>
                  <a:tcPr marL="68580" marR="68580" marT="0" marB="0" anchor="ctr"/>
                </a:tc>
                <a:tc>
                  <a:txBody>
                    <a:bodyPr/>
                    <a:lstStyle/>
                    <a:p>
                      <a:pPr>
                        <a:spcAft>
                          <a:spcPts val="0"/>
                        </a:spcAft>
                      </a:pPr>
                      <a:endParaRPr lang="en-US" sz="1200" dirty="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6651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1" y="869950"/>
            <a:ext cx="8229600" cy="5248275"/>
          </a:xfrm>
        </p:spPr>
        <p:txBody>
          <a:bodyPr/>
          <a:lstStyle/>
          <a:p>
            <a:pPr marL="342900" indent="-342900">
              <a:buFont typeface="+mj-lt"/>
              <a:buAutoNum type="arabicPeriod"/>
            </a:pPr>
            <a:r>
              <a:rPr lang="en-US" sz="1200" dirty="0"/>
              <a:t>Lead Model Developer: </a:t>
            </a:r>
            <a:r>
              <a:rPr lang="en-US" sz="1200" b="0" dirty="0"/>
              <a:t>Mario </a:t>
            </a:r>
            <a:r>
              <a:rPr lang="en-US" sz="1200" b="0" dirty="0" smtClean="0"/>
              <a:t>Chakar</a:t>
            </a:r>
          </a:p>
          <a:p>
            <a:pPr marL="342900" indent="-342900">
              <a:buFont typeface="+mj-lt"/>
              <a:buAutoNum type="arabicPeriod"/>
            </a:pPr>
            <a:endParaRPr lang="en-US" sz="1200" dirty="0" smtClean="0"/>
          </a:p>
          <a:p>
            <a:pPr marL="342900" indent="-342900">
              <a:buFont typeface="+mj-lt"/>
              <a:buAutoNum type="arabicPeriod"/>
            </a:pPr>
            <a:r>
              <a:rPr lang="en-US" sz="1200" dirty="0" smtClean="0"/>
              <a:t>Start/Completion Dates of Model Development:</a:t>
            </a:r>
            <a:r>
              <a:rPr lang="en-US" sz="1200" b="0" dirty="0" smtClean="0"/>
              <a:t> </a:t>
            </a:r>
            <a:r>
              <a:rPr lang="en-US" sz="1200" b="0" dirty="0"/>
              <a:t>Nov 01, </a:t>
            </a:r>
            <a:r>
              <a:rPr lang="en-US" sz="1200" b="0" dirty="0" smtClean="0"/>
              <a:t>2018 - Mar </a:t>
            </a:r>
            <a:r>
              <a:rPr lang="en-US" sz="1200" b="0" dirty="0"/>
              <a:t>01, </a:t>
            </a:r>
            <a:r>
              <a:rPr lang="en-US" sz="1200" b="0" dirty="0" smtClean="0"/>
              <a:t>2019</a:t>
            </a:r>
          </a:p>
          <a:p>
            <a:pPr marL="342900" indent="-342900">
              <a:buFont typeface="+mj-lt"/>
              <a:buAutoNum type="arabicPeriod"/>
            </a:pPr>
            <a:endParaRPr lang="en-US" sz="1200" dirty="0" smtClean="0"/>
          </a:p>
          <a:p>
            <a:pPr marL="342900" indent="-342900">
              <a:buFont typeface="+mj-lt"/>
              <a:buAutoNum type="arabicPeriod"/>
            </a:pPr>
            <a:r>
              <a:rPr lang="en-US" sz="1200" dirty="0" smtClean="0"/>
              <a:t>Type </a:t>
            </a:r>
            <a:r>
              <a:rPr lang="en-US" sz="1200" dirty="0"/>
              <a:t>&amp; Source of </a:t>
            </a:r>
            <a:r>
              <a:rPr lang="en-US" sz="1200" dirty="0" smtClean="0"/>
              <a:t>Inputs:</a:t>
            </a:r>
            <a:endParaRPr lang="en-US" sz="1200" b="0" dirty="0"/>
          </a:p>
          <a:p>
            <a:pPr marL="233363" lvl="1" indent="0">
              <a:buNone/>
            </a:pPr>
            <a:r>
              <a:rPr lang="en-US" sz="1200" b="0" dirty="0" smtClean="0"/>
              <a:t>	Main </a:t>
            </a:r>
            <a:r>
              <a:rPr lang="en-US" sz="1200" b="0" dirty="0"/>
              <a:t>inputs for deriving final IICRA score include:</a:t>
            </a:r>
          </a:p>
          <a:p>
            <a:pPr marL="233363" lvl="1" indent="0">
              <a:buNone/>
            </a:pPr>
            <a:r>
              <a:rPr lang="en-US" sz="1200" b="0" dirty="0" smtClean="0"/>
              <a:t>	•</a:t>
            </a:r>
            <a:r>
              <a:rPr lang="en-US" sz="1200" b="0" dirty="0"/>
              <a:t>	Country risk assessment;</a:t>
            </a:r>
          </a:p>
          <a:p>
            <a:pPr marL="233363" lvl="1" indent="0">
              <a:buNone/>
            </a:pPr>
            <a:r>
              <a:rPr lang="en-US" sz="1200" b="0" dirty="0" smtClean="0"/>
              <a:t>	•</a:t>
            </a:r>
            <a:r>
              <a:rPr lang="en-US" sz="1200" b="0" dirty="0"/>
              <a:t>	Industry risk assessment; and</a:t>
            </a:r>
          </a:p>
          <a:p>
            <a:pPr marL="233363" lvl="1" indent="0">
              <a:buNone/>
            </a:pPr>
            <a:r>
              <a:rPr lang="en-US" sz="1200" b="0" dirty="0" smtClean="0"/>
              <a:t>	•</a:t>
            </a:r>
            <a:r>
              <a:rPr lang="en-US" sz="1200" b="0" dirty="0"/>
              <a:t>	Adjustment, if applicable</a:t>
            </a:r>
            <a:r>
              <a:rPr lang="en-US" sz="1200" b="0" dirty="0" smtClean="0"/>
              <a:t>.</a:t>
            </a:r>
            <a:endParaRPr lang="en-US" sz="1200" b="0" dirty="0"/>
          </a:p>
          <a:p>
            <a:pPr marL="233363" lvl="1" indent="0">
              <a:buNone/>
            </a:pPr>
            <a:r>
              <a:rPr lang="en-US" sz="1200" b="0" dirty="0" smtClean="0"/>
              <a:t>	Additional </a:t>
            </a:r>
            <a:r>
              <a:rPr lang="en-US" sz="1200" b="0" dirty="0"/>
              <a:t>inputs to assist the assessment of industry risk include:</a:t>
            </a:r>
          </a:p>
          <a:p>
            <a:pPr marL="233363" lvl="1" indent="0">
              <a:buNone/>
            </a:pPr>
            <a:r>
              <a:rPr lang="en-US" sz="1200" b="0" dirty="0" smtClean="0"/>
              <a:t>	•</a:t>
            </a:r>
            <a:r>
              <a:rPr lang="en-US" sz="1200" b="0" dirty="0"/>
              <a:t>	Profitability;</a:t>
            </a:r>
          </a:p>
          <a:p>
            <a:pPr marL="233363" lvl="1" indent="0">
              <a:buNone/>
            </a:pPr>
            <a:r>
              <a:rPr lang="en-US" sz="1200" b="0" dirty="0" smtClean="0"/>
              <a:t>	•</a:t>
            </a:r>
            <a:r>
              <a:rPr lang="en-US" sz="1200" b="0" dirty="0"/>
              <a:t>	Product risk;</a:t>
            </a:r>
          </a:p>
          <a:p>
            <a:pPr marL="233363" lvl="1" indent="0">
              <a:buNone/>
            </a:pPr>
            <a:r>
              <a:rPr lang="en-US" sz="1200" b="0" dirty="0" smtClean="0"/>
              <a:t>	•</a:t>
            </a:r>
            <a:r>
              <a:rPr lang="en-US" sz="1200" b="0" dirty="0"/>
              <a:t>	Barriers to entry;</a:t>
            </a:r>
          </a:p>
          <a:p>
            <a:pPr marL="233363" lvl="1" indent="0">
              <a:buNone/>
            </a:pPr>
            <a:r>
              <a:rPr lang="en-US" sz="1200" b="0" dirty="0" smtClean="0"/>
              <a:t>	•</a:t>
            </a:r>
            <a:r>
              <a:rPr lang="en-US" sz="1200" b="0" dirty="0"/>
              <a:t>	Market growth prospects; and</a:t>
            </a:r>
          </a:p>
          <a:p>
            <a:pPr marL="233363" lvl="1" indent="0">
              <a:buNone/>
            </a:pPr>
            <a:r>
              <a:rPr lang="en-US" sz="1200" b="0" dirty="0" smtClean="0"/>
              <a:t>	•</a:t>
            </a:r>
            <a:r>
              <a:rPr lang="en-US" sz="1200" b="0" dirty="0"/>
              <a:t>	Institutional framework</a:t>
            </a:r>
            <a:r>
              <a:rPr lang="en-US" sz="1200" b="0" dirty="0" smtClean="0"/>
              <a:t>.</a:t>
            </a:r>
          </a:p>
          <a:p>
            <a:pPr marL="233363" lvl="1" indent="0">
              <a:buNone/>
            </a:pPr>
            <a:endParaRPr lang="en-US" sz="1200" b="0" dirty="0" smtClean="0"/>
          </a:p>
          <a:p>
            <a:pPr marL="342900" indent="-342900">
              <a:buFont typeface="+mj-lt"/>
              <a:buAutoNum type="arabicPeriod"/>
            </a:pPr>
            <a:r>
              <a:rPr lang="en-US" sz="1200" dirty="0" smtClean="0"/>
              <a:t>Model </a:t>
            </a:r>
            <a:r>
              <a:rPr lang="en-US" sz="1200" dirty="0"/>
              <a:t>performance measures</a:t>
            </a:r>
            <a:r>
              <a:rPr lang="en-US" sz="1200" dirty="0" smtClean="0"/>
              <a:t>:</a:t>
            </a:r>
            <a:endParaRPr lang="en-US" sz="1200" b="0" dirty="0" smtClean="0"/>
          </a:p>
          <a:p>
            <a:pPr marL="736092" lvl="2" indent="-342900">
              <a:buFont typeface="Arial" panose="020B0604020202020204" pitchFamily="34" charset="0"/>
              <a:buChar char="•"/>
            </a:pPr>
            <a:r>
              <a:rPr lang="en-US" sz="1200" b="0" dirty="0" smtClean="0"/>
              <a:t>    Model testing report -parallel </a:t>
            </a:r>
            <a:r>
              <a:rPr lang="en-US" sz="1200" b="0" dirty="0"/>
              <a:t>replica of the model, benchmarked replica output with original </a:t>
            </a:r>
            <a:r>
              <a:rPr lang="en-US" sz="1200" b="0" dirty="0" smtClean="0"/>
              <a:t>  model </a:t>
            </a:r>
            <a:r>
              <a:rPr lang="en-US" sz="1200" b="0" dirty="0"/>
              <a:t>output</a:t>
            </a:r>
          </a:p>
          <a:p>
            <a:pPr marL="736092" lvl="2" indent="-342900">
              <a:buFont typeface="Arial" panose="020B0604020202020204" pitchFamily="34" charset="0"/>
              <a:buChar char="•"/>
            </a:pPr>
            <a:r>
              <a:rPr lang="en-US" sz="1200" b="0" dirty="0" smtClean="0"/>
              <a:t>    Business testing</a:t>
            </a:r>
          </a:p>
          <a:p>
            <a:pPr marL="736092" lvl="2" indent="-342900">
              <a:buFont typeface="Arial" panose="020B0604020202020204" pitchFamily="34" charset="0"/>
              <a:buChar char="•"/>
            </a:pPr>
            <a:r>
              <a:rPr lang="en-US" sz="1200" b="0" dirty="0" smtClean="0"/>
              <a:t>    Criteria </a:t>
            </a:r>
            <a:r>
              <a:rPr lang="en-US" sz="1200" b="0" dirty="0"/>
              <a:t>validation </a:t>
            </a:r>
            <a:r>
              <a:rPr lang="en-US" sz="1200" b="0" dirty="0" smtClean="0"/>
              <a:t>report</a:t>
            </a:r>
            <a:endParaRPr lang="en-US" sz="1200" dirty="0" smtClean="0"/>
          </a:p>
          <a:p>
            <a:pPr marL="342900" indent="-342900">
              <a:buFont typeface="+mj-lt"/>
              <a:buAutoNum type="arabicPeriod"/>
            </a:pPr>
            <a:r>
              <a:rPr lang="en-US" sz="1200" dirty="0" smtClean="0"/>
              <a:t>Date </a:t>
            </a:r>
            <a:r>
              <a:rPr lang="en-US" sz="1200" dirty="0"/>
              <a:t>of model validation report (if any</a:t>
            </a:r>
            <a:r>
              <a:rPr lang="en-US" sz="1200" dirty="0" smtClean="0"/>
              <a:t>):</a:t>
            </a:r>
            <a:r>
              <a:rPr lang="en-US" sz="1200" b="0" dirty="0" smtClean="0"/>
              <a:t> 21-May-2019</a:t>
            </a:r>
            <a:endParaRPr lang="en-US" sz="1200" dirty="0"/>
          </a:p>
          <a:p>
            <a:endParaRPr lang="en-GB" sz="1600" dirty="0"/>
          </a:p>
          <a:p>
            <a:pPr marL="342900" indent="-342900">
              <a:buFont typeface="Arial" panose="020B0604020202020204" pitchFamily="34" charset="0"/>
              <a:buChar char="•"/>
            </a:pPr>
            <a:endParaRPr lang="en-GB" dirty="0"/>
          </a:p>
        </p:txBody>
      </p:sp>
      <p:sp>
        <p:nvSpPr>
          <p:cNvPr id="3" name="Slide Number Placeholder 2"/>
          <p:cNvSpPr>
            <a:spLocks noGrp="1"/>
          </p:cNvSpPr>
          <p:nvPr>
            <p:ph type="sldNum" sz="quarter" idx="16"/>
          </p:nvPr>
        </p:nvSpPr>
        <p:spPr/>
        <p:txBody>
          <a:bodyPr/>
          <a:lstStyle/>
          <a:p>
            <a:fld id="{D8C7B916-C5B8-B44E-8A57-C4F989E2FE98}" type="slidenum">
              <a:rPr lang="en-US" smtClean="0"/>
              <a:pPr/>
              <a:t>5</a:t>
            </a:fld>
            <a:endParaRPr lang="en-US" dirty="0"/>
          </a:p>
        </p:txBody>
      </p:sp>
      <p:sp>
        <p:nvSpPr>
          <p:cNvPr id="11" name="Title 10"/>
          <p:cNvSpPr>
            <a:spLocks noGrp="1"/>
          </p:cNvSpPr>
          <p:nvPr>
            <p:ph type="title"/>
          </p:nvPr>
        </p:nvSpPr>
        <p:spPr>
          <a:xfrm>
            <a:off x="227013" y="280847"/>
            <a:ext cx="8688387" cy="328753"/>
          </a:xfrm>
        </p:spPr>
        <p:txBody>
          <a:bodyPr/>
          <a:lstStyle/>
          <a:p>
            <a:r>
              <a:rPr lang="en-US" sz="1800" dirty="0"/>
              <a:t>3</a:t>
            </a:r>
            <a:r>
              <a:rPr lang="en-US" sz="1800" dirty="0" smtClean="0"/>
              <a:t>. Development Information</a:t>
            </a:r>
            <a:r>
              <a:rPr lang="en-US" sz="1800" dirty="0"/>
              <a:t>: </a:t>
            </a:r>
          </a:p>
        </p:txBody>
      </p:sp>
    </p:spTree>
    <p:extLst>
      <p:ext uri="{BB962C8B-B14F-4D97-AF65-F5344CB8AC3E}">
        <p14:creationId xmlns:p14="http://schemas.microsoft.com/office/powerpoint/2010/main" val="662178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0" y="869950"/>
            <a:ext cx="8458199" cy="5248275"/>
          </a:xfrm>
        </p:spPr>
        <p:txBody>
          <a:bodyPr/>
          <a:lstStyle/>
          <a:p>
            <a:pPr marL="342900" indent="-342900">
              <a:buFont typeface="+mj-lt"/>
              <a:buAutoNum type="arabicPeriod"/>
            </a:pPr>
            <a:r>
              <a:rPr lang="en-US" sz="1400" dirty="0"/>
              <a:t>Platform for model deployment: </a:t>
            </a:r>
            <a:r>
              <a:rPr lang="en-US" sz="1400" b="0" dirty="0"/>
              <a:t>Excel</a:t>
            </a:r>
            <a:endParaRPr lang="en-US" sz="1400" b="0" dirty="0" smtClean="0"/>
          </a:p>
          <a:p>
            <a:pPr marL="342900" indent="-342900">
              <a:buFont typeface="+mj-lt"/>
              <a:buAutoNum type="arabicPeriod"/>
            </a:pPr>
            <a:endParaRPr lang="en-US" sz="1400" b="0" dirty="0"/>
          </a:p>
          <a:p>
            <a:pPr marL="342900" indent="-342900">
              <a:buFont typeface="+mj-lt"/>
              <a:buAutoNum type="arabicPeriod"/>
            </a:pPr>
            <a:r>
              <a:rPr lang="en-US" sz="1400" dirty="0"/>
              <a:t>Lead Model Implementer: </a:t>
            </a:r>
            <a:r>
              <a:rPr lang="en-US" sz="1400" b="0" dirty="0" smtClean="0"/>
              <a:t>Divya Cheekati, Venu Komaragiri, Derek Ding</a:t>
            </a:r>
          </a:p>
          <a:p>
            <a:pPr marL="342900" indent="-342900">
              <a:buFont typeface="+mj-lt"/>
              <a:buAutoNum type="arabicPeriod"/>
            </a:pPr>
            <a:endParaRPr lang="en-US" sz="1400" dirty="0"/>
          </a:p>
          <a:p>
            <a:pPr marL="342900" indent="-342900">
              <a:buFont typeface="+mj-lt"/>
              <a:buAutoNum type="arabicPeriod"/>
            </a:pPr>
            <a:r>
              <a:rPr lang="en-US" sz="1400" dirty="0"/>
              <a:t>Date of Model Implementation Validation report</a:t>
            </a:r>
            <a:r>
              <a:rPr lang="en-US" sz="1400" dirty="0" smtClean="0"/>
              <a:t>: </a:t>
            </a:r>
            <a:r>
              <a:rPr lang="en-US" sz="1400" b="0" dirty="0" smtClean="0"/>
              <a:t>21-May-2019</a:t>
            </a:r>
            <a:endParaRPr lang="en-US" sz="1400" b="0" dirty="0"/>
          </a:p>
          <a:p>
            <a:endParaRPr lang="en-US" sz="1600" dirty="0" smtClean="0"/>
          </a:p>
          <a:p>
            <a:endParaRPr lang="en-GB" sz="1600" dirty="0"/>
          </a:p>
          <a:p>
            <a:pPr marL="342900" indent="-342900">
              <a:buFont typeface="Arial" panose="020B0604020202020204" pitchFamily="34" charset="0"/>
              <a:buChar char="•"/>
            </a:pPr>
            <a:endParaRPr lang="en-GB" dirty="0"/>
          </a:p>
        </p:txBody>
      </p:sp>
      <p:sp>
        <p:nvSpPr>
          <p:cNvPr id="3" name="Slide Number Placeholder 2"/>
          <p:cNvSpPr>
            <a:spLocks noGrp="1"/>
          </p:cNvSpPr>
          <p:nvPr>
            <p:ph type="sldNum" sz="quarter" idx="16"/>
          </p:nvPr>
        </p:nvSpPr>
        <p:spPr/>
        <p:txBody>
          <a:bodyPr/>
          <a:lstStyle/>
          <a:p>
            <a:fld id="{D8C7B916-C5B8-B44E-8A57-C4F989E2FE98}" type="slidenum">
              <a:rPr lang="en-US" smtClean="0"/>
              <a:pPr/>
              <a:t>6</a:t>
            </a:fld>
            <a:endParaRPr lang="en-US" dirty="0"/>
          </a:p>
        </p:txBody>
      </p:sp>
      <p:sp>
        <p:nvSpPr>
          <p:cNvPr id="11" name="Title 10"/>
          <p:cNvSpPr>
            <a:spLocks noGrp="1"/>
          </p:cNvSpPr>
          <p:nvPr>
            <p:ph type="title"/>
          </p:nvPr>
        </p:nvSpPr>
        <p:spPr>
          <a:xfrm>
            <a:off x="227013" y="280846"/>
            <a:ext cx="8688387" cy="328754"/>
          </a:xfrm>
        </p:spPr>
        <p:txBody>
          <a:bodyPr/>
          <a:lstStyle/>
          <a:p>
            <a:r>
              <a:rPr lang="en-US" sz="1800" dirty="0"/>
              <a:t>4</a:t>
            </a:r>
            <a:r>
              <a:rPr lang="en-US" sz="1800" dirty="0" smtClean="0"/>
              <a:t>. Deployment Information:</a:t>
            </a:r>
            <a:endParaRPr lang="en-US" sz="1800" dirty="0"/>
          </a:p>
        </p:txBody>
      </p:sp>
    </p:spTree>
    <p:extLst>
      <p:ext uri="{BB962C8B-B14F-4D97-AF65-F5344CB8AC3E}">
        <p14:creationId xmlns:p14="http://schemas.microsoft.com/office/powerpoint/2010/main" val="1678701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1" y="820738"/>
            <a:ext cx="8688387" cy="5124451"/>
          </a:xfrm>
        </p:spPr>
        <p:txBody>
          <a:bodyPr/>
          <a:lstStyle/>
          <a:p>
            <a:pPr marL="400050" indent="-400050">
              <a:buFont typeface="+mj-lt"/>
              <a:buAutoNum type="romanLcPeriod"/>
            </a:pPr>
            <a:endParaRPr lang="en-US" sz="1600" b="0" dirty="0"/>
          </a:p>
          <a:p>
            <a:endParaRPr lang="en-US" sz="1600" dirty="0" smtClean="0"/>
          </a:p>
          <a:p>
            <a:endParaRPr lang="en-GB" sz="1600" dirty="0" smtClean="0"/>
          </a:p>
          <a:p>
            <a:pPr marL="342900" indent="-342900">
              <a:buFont typeface="Arial" panose="020B0604020202020204" pitchFamily="34" charset="0"/>
              <a:buChar char="•"/>
            </a:pPr>
            <a:endParaRPr lang="en-GB" dirty="0"/>
          </a:p>
        </p:txBody>
      </p:sp>
      <p:sp>
        <p:nvSpPr>
          <p:cNvPr id="3" name="Slide Number Placeholder 2"/>
          <p:cNvSpPr>
            <a:spLocks noGrp="1"/>
          </p:cNvSpPr>
          <p:nvPr>
            <p:ph type="sldNum" sz="quarter" idx="16"/>
          </p:nvPr>
        </p:nvSpPr>
        <p:spPr/>
        <p:txBody>
          <a:bodyPr/>
          <a:lstStyle/>
          <a:p>
            <a:fld id="{D8C7B916-C5B8-B44E-8A57-C4F989E2FE98}" type="slidenum">
              <a:rPr lang="en-US" smtClean="0"/>
              <a:pPr/>
              <a:t>7</a:t>
            </a:fld>
            <a:endParaRPr lang="en-US" dirty="0"/>
          </a:p>
        </p:txBody>
      </p:sp>
      <p:sp>
        <p:nvSpPr>
          <p:cNvPr id="11" name="Title 10"/>
          <p:cNvSpPr>
            <a:spLocks noGrp="1"/>
          </p:cNvSpPr>
          <p:nvPr>
            <p:ph type="title"/>
          </p:nvPr>
        </p:nvSpPr>
        <p:spPr>
          <a:xfrm>
            <a:off x="227013" y="280846"/>
            <a:ext cx="8688387" cy="328754"/>
          </a:xfrm>
        </p:spPr>
        <p:txBody>
          <a:bodyPr/>
          <a:lstStyle/>
          <a:p>
            <a:r>
              <a:rPr lang="en-US" sz="1800" dirty="0"/>
              <a:t>5</a:t>
            </a:r>
            <a:r>
              <a:rPr lang="en-US" sz="1800" dirty="0" smtClean="0"/>
              <a:t>. Access &amp; Version Controls for Model Deployment:</a:t>
            </a:r>
            <a:endParaRPr lang="en-US" sz="1800" dirty="0"/>
          </a:p>
        </p:txBody>
      </p:sp>
      <p:sp>
        <p:nvSpPr>
          <p:cNvPr id="5" name="Content Placeholder 5"/>
          <p:cNvSpPr txBox="1">
            <a:spLocks/>
          </p:cNvSpPr>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dirty="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dirty="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dirty="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dirty="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dirty="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4320" indent="-274320">
              <a:buFont typeface="+mj-lt"/>
              <a:buAutoNum type="arabicParenR"/>
            </a:pPr>
            <a:r>
              <a:rPr lang="en-US" sz="1400" dirty="0">
                <a:latin typeface="Arial" panose="020B0604020202020204" pitchFamily="34" charset="0"/>
                <a:cs typeface="Arial" panose="020B0604020202020204" pitchFamily="34" charset="0"/>
              </a:rPr>
              <a:t>Model is password protected</a:t>
            </a:r>
            <a:r>
              <a:rPr lang="en-US" sz="1400" dirty="0" smtClean="0">
                <a:latin typeface="Arial" panose="020B0604020202020204" pitchFamily="34" charset="0"/>
                <a:cs typeface="Arial" panose="020B0604020202020204" pitchFamily="34" charset="0"/>
              </a:rPr>
              <a:t>.  </a:t>
            </a:r>
          </a:p>
          <a:p>
            <a:pPr marL="274320" indent="-274320">
              <a:buFont typeface="+mj-lt"/>
              <a:buAutoNum type="arabicParenR"/>
            </a:pPr>
            <a:r>
              <a:rPr lang="en-US" altLang="en-US" sz="1400" dirty="0">
                <a:latin typeface="Arial" panose="020B0604020202020204" pitchFamily="34" charset="0"/>
                <a:cs typeface="Arial" panose="020B0604020202020204" pitchFamily="34" charset="0"/>
              </a:rPr>
              <a:t>The internal users access the model from the model repository.</a:t>
            </a:r>
            <a:endParaRPr lang="en-US" sz="1400" dirty="0">
              <a:latin typeface="Arial" panose="020B0604020202020204" pitchFamily="34" charset="0"/>
              <a:cs typeface="Arial" panose="020B0604020202020204" pitchFamily="34" charset="0"/>
            </a:endParaRPr>
          </a:p>
          <a:p>
            <a:pPr marL="274320" indent="-274320">
              <a:buFont typeface="+mj-lt"/>
              <a:buAutoNum type="arabicParenR"/>
            </a:pPr>
            <a:endParaRPr lang="en-US" sz="1400" dirty="0" smtClean="0">
              <a:latin typeface="Arial" panose="020B0604020202020204" pitchFamily="34" charset="0"/>
              <a:cs typeface="Arial" panose="020B0604020202020204" pitchFamily="34" charset="0"/>
            </a:endParaRPr>
          </a:p>
          <a:p>
            <a:endParaRPr lang="en-US" sz="1600" dirty="0" smtClean="0"/>
          </a:p>
          <a:p>
            <a:endParaRPr lang="en-US" sz="1600" dirty="0" smtClean="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43072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pPr/>
              <a:t>8</a:t>
            </a:fld>
            <a:endParaRPr lang="en-US" dirty="0"/>
          </a:p>
        </p:txBody>
      </p:sp>
      <p:sp>
        <p:nvSpPr>
          <p:cNvPr id="11" name="Title 10"/>
          <p:cNvSpPr>
            <a:spLocks noGrp="1"/>
          </p:cNvSpPr>
          <p:nvPr>
            <p:ph type="title"/>
          </p:nvPr>
        </p:nvSpPr>
        <p:spPr>
          <a:xfrm>
            <a:off x="227013" y="250763"/>
            <a:ext cx="8688387" cy="328754"/>
          </a:xfrm>
        </p:spPr>
        <p:txBody>
          <a:bodyPr/>
          <a:lstStyle/>
          <a:p>
            <a:r>
              <a:rPr lang="en-US" sz="1800" dirty="0"/>
              <a:t>6</a:t>
            </a:r>
            <a:r>
              <a:rPr lang="en-US" sz="1800" dirty="0" smtClean="0"/>
              <a:t>. Key Model Assumptions:</a:t>
            </a:r>
            <a:endParaRPr lang="en-US" sz="1800" dirty="0"/>
          </a:p>
        </p:txBody>
      </p:sp>
      <p:graphicFrame>
        <p:nvGraphicFramePr>
          <p:cNvPr id="2" name="Table 1"/>
          <p:cNvGraphicFramePr>
            <a:graphicFrameLocks noGrp="1"/>
          </p:cNvGraphicFramePr>
          <p:nvPr>
            <p:extLst>
              <p:ext uri="{D42A27DB-BD31-4B8C-83A1-F6EECF244321}">
                <p14:modId xmlns:p14="http://schemas.microsoft.com/office/powerpoint/2010/main" val="3788975021"/>
              </p:ext>
            </p:extLst>
          </p:nvPr>
        </p:nvGraphicFramePr>
        <p:xfrm>
          <a:off x="304799" y="914401"/>
          <a:ext cx="8610600" cy="4626731"/>
        </p:xfrm>
        <a:graphic>
          <a:graphicData uri="http://schemas.openxmlformats.org/drawingml/2006/table">
            <a:tbl>
              <a:tblPr firstRow="1" bandRow="1">
                <a:tableStyleId>{5940675A-B579-460E-94D1-54222C63F5DA}</a:tableStyleId>
              </a:tblPr>
              <a:tblGrid>
                <a:gridCol w="2619670">
                  <a:extLst>
                    <a:ext uri="{9D8B030D-6E8A-4147-A177-3AD203B41FA5}">
                      <a16:colId xmlns:a16="http://schemas.microsoft.com/office/drawing/2014/main" val="647562201"/>
                    </a:ext>
                  </a:extLst>
                </a:gridCol>
                <a:gridCol w="795464">
                  <a:extLst>
                    <a:ext uri="{9D8B030D-6E8A-4147-A177-3AD203B41FA5}">
                      <a16:colId xmlns:a16="http://schemas.microsoft.com/office/drawing/2014/main" val="4080167663"/>
                    </a:ext>
                  </a:extLst>
                </a:gridCol>
                <a:gridCol w="670063">
                  <a:extLst>
                    <a:ext uri="{9D8B030D-6E8A-4147-A177-3AD203B41FA5}">
                      <a16:colId xmlns:a16="http://schemas.microsoft.com/office/drawing/2014/main" val="1290382712"/>
                    </a:ext>
                  </a:extLst>
                </a:gridCol>
                <a:gridCol w="795464">
                  <a:extLst>
                    <a:ext uri="{9D8B030D-6E8A-4147-A177-3AD203B41FA5}">
                      <a16:colId xmlns:a16="http://schemas.microsoft.com/office/drawing/2014/main" val="491522348"/>
                    </a:ext>
                  </a:extLst>
                </a:gridCol>
                <a:gridCol w="668291">
                  <a:extLst>
                    <a:ext uri="{9D8B030D-6E8A-4147-A177-3AD203B41FA5}">
                      <a16:colId xmlns:a16="http://schemas.microsoft.com/office/drawing/2014/main" val="3644754658"/>
                    </a:ext>
                  </a:extLst>
                </a:gridCol>
                <a:gridCol w="935007">
                  <a:extLst>
                    <a:ext uri="{9D8B030D-6E8A-4147-A177-3AD203B41FA5}">
                      <a16:colId xmlns:a16="http://schemas.microsoft.com/office/drawing/2014/main" val="1113580134"/>
                    </a:ext>
                  </a:extLst>
                </a:gridCol>
                <a:gridCol w="659241">
                  <a:extLst>
                    <a:ext uri="{9D8B030D-6E8A-4147-A177-3AD203B41FA5}">
                      <a16:colId xmlns:a16="http://schemas.microsoft.com/office/drawing/2014/main" val="277894539"/>
                    </a:ext>
                  </a:extLst>
                </a:gridCol>
                <a:gridCol w="798568">
                  <a:extLst>
                    <a:ext uri="{9D8B030D-6E8A-4147-A177-3AD203B41FA5}">
                      <a16:colId xmlns:a16="http://schemas.microsoft.com/office/drawing/2014/main" val="3103927113"/>
                    </a:ext>
                  </a:extLst>
                </a:gridCol>
                <a:gridCol w="668832">
                  <a:extLst>
                    <a:ext uri="{9D8B030D-6E8A-4147-A177-3AD203B41FA5}">
                      <a16:colId xmlns:a16="http://schemas.microsoft.com/office/drawing/2014/main" val="2927202193"/>
                    </a:ext>
                  </a:extLst>
                </a:gridCol>
              </a:tblGrid>
              <a:tr h="610697">
                <a:tc rowSpan="2">
                  <a:txBody>
                    <a:bodyPr/>
                    <a:lstStyle/>
                    <a:p>
                      <a:pPr algn="ctr"/>
                      <a:r>
                        <a:rPr lang="en-US" sz="1400" dirty="0" smtClean="0"/>
                        <a:t>Description of Assumption</a:t>
                      </a:r>
                      <a:endParaRPr lang="en-US" sz="1400" dirty="0"/>
                    </a:p>
                  </a:txBody>
                  <a:tcPr anchor="b">
                    <a:solidFill>
                      <a:schemeClr val="accent6">
                        <a:lumMod val="40000"/>
                        <a:lumOff val="60000"/>
                      </a:schemeClr>
                    </a:solidFill>
                  </a:tcPr>
                </a:tc>
                <a:tc gridSpan="2">
                  <a:txBody>
                    <a:bodyPr/>
                    <a:lstStyle/>
                    <a:p>
                      <a:pPr algn="ctr"/>
                      <a:r>
                        <a:rPr lang="en-US" sz="1400" dirty="0" smtClean="0"/>
                        <a:t>Criteria</a:t>
                      </a:r>
                      <a:endParaRPr lang="en-US" sz="1400" dirty="0"/>
                    </a:p>
                  </a:txBody>
                  <a:tcPr anchor="b">
                    <a:solidFill>
                      <a:schemeClr val="accent6">
                        <a:lumMod val="40000"/>
                        <a:lumOff val="60000"/>
                      </a:schemeClr>
                    </a:solidFill>
                  </a:tcPr>
                </a:tc>
                <a:tc hMerge="1">
                  <a:txBody>
                    <a:bodyPr/>
                    <a:lstStyle/>
                    <a:p>
                      <a:pPr algn="ctr"/>
                      <a:endParaRPr lang="en-US" sz="1400" dirty="0"/>
                    </a:p>
                  </a:txBody>
                  <a:tcPr/>
                </a:tc>
                <a:tc gridSpan="2">
                  <a:txBody>
                    <a:bodyPr/>
                    <a:lstStyle/>
                    <a:p>
                      <a:pPr algn="ctr"/>
                      <a:r>
                        <a:rPr lang="en-US" sz="1400" dirty="0" smtClean="0"/>
                        <a:t>Guidance</a:t>
                      </a:r>
                      <a:endParaRPr lang="en-US" sz="1400" dirty="0"/>
                    </a:p>
                  </a:txBody>
                  <a:tcPr anchor="b">
                    <a:solidFill>
                      <a:schemeClr val="accent6">
                        <a:lumMod val="40000"/>
                        <a:lumOff val="60000"/>
                      </a:schemeClr>
                    </a:solidFill>
                  </a:tcPr>
                </a:tc>
                <a:tc hMerge="1">
                  <a:txBody>
                    <a:bodyPr/>
                    <a:lstStyle/>
                    <a:p>
                      <a:pPr algn="ctr"/>
                      <a:endParaRPr lang="en-US" sz="1400" dirty="0"/>
                    </a:p>
                  </a:txBody>
                  <a:tcPr/>
                </a:tc>
                <a:tc gridSpan="2">
                  <a:txBody>
                    <a:bodyPr/>
                    <a:lstStyle/>
                    <a:p>
                      <a:pPr algn="ctr"/>
                      <a:r>
                        <a:rPr lang="en-US" sz="1400" dirty="0" smtClean="0"/>
                        <a:t>Ratings</a:t>
                      </a:r>
                      <a:r>
                        <a:rPr lang="en-US" sz="1400" baseline="0" dirty="0" smtClean="0"/>
                        <a:t> </a:t>
                      </a:r>
                      <a:r>
                        <a:rPr lang="en-US" sz="1400" dirty="0" smtClean="0"/>
                        <a:t>Committee</a:t>
                      </a:r>
                    </a:p>
                    <a:p>
                      <a:pPr algn="ctr"/>
                      <a:r>
                        <a:rPr lang="en-US" sz="1400" dirty="0" smtClean="0"/>
                        <a:t>or</a:t>
                      </a:r>
                      <a:r>
                        <a:rPr lang="en-US" sz="1400" baseline="0" dirty="0" smtClean="0"/>
                        <a:t> </a:t>
                      </a:r>
                      <a:r>
                        <a:rPr lang="en-US" sz="1400" dirty="0" smtClean="0"/>
                        <a:t>Analyst</a:t>
                      </a:r>
                      <a:endParaRPr lang="en-US" sz="1400" dirty="0"/>
                    </a:p>
                  </a:txBody>
                  <a:tcPr anchor="b">
                    <a:solidFill>
                      <a:schemeClr val="accent6">
                        <a:lumMod val="40000"/>
                        <a:lumOff val="60000"/>
                      </a:schemeClr>
                    </a:solidFill>
                  </a:tcPr>
                </a:tc>
                <a:tc hMerge="1">
                  <a:txBody>
                    <a:bodyPr/>
                    <a:lstStyle/>
                    <a:p>
                      <a:pPr algn="ctr"/>
                      <a:endParaRPr lang="en-US" sz="1400" dirty="0"/>
                    </a:p>
                  </a:txBody>
                  <a:tcPr/>
                </a:tc>
                <a:tc gridSpan="2">
                  <a:txBody>
                    <a:bodyPr/>
                    <a:lstStyle/>
                    <a:p>
                      <a:pPr algn="ctr"/>
                      <a:r>
                        <a:rPr lang="en-US" sz="1400" dirty="0" smtClean="0"/>
                        <a:t>Model Development</a:t>
                      </a:r>
                      <a:endParaRPr lang="en-US" sz="1400" dirty="0"/>
                    </a:p>
                  </a:txBody>
                  <a:tcPr anchor="b">
                    <a:solidFill>
                      <a:schemeClr val="accent6">
                        <a:lumMod val="40000"/>
                        <a:lumOff val="60000"/>
                      </a:schemeClr>
                    </a:solidFill>
                  </a:tcPr>
                </a:tc>
                <a:tc hMerge="1">
                  <a:txBody>
                    <a:bodyPr/>
                    <a:lstStyle/>
                    <a:p>
                      <a:pPr algn="ctr"/>
                      <a:endParaRPr lang="en-US" sz="1400" dirty="0"/>
                    </a:p>
                  </a:txBody>
                  <a:tcPr/>
                </a:tc>
                <a:extLst>
                  <a:ext uri="{0D108BD9-81ED-4DB2-BD59-A6C34878D82A}">
                    <a16:rowId xmlns:a16="http://schemas.microsoft.com/office/drawing/2014/main" val="29784611"/>
                  </a:ext>
                </a:extLst>
              </a:tr>
              <a:tr h="432577">
                <a:tc vMerge="1">
                  <a:txBody>
                    <a:bodyPr/>
                    <a:lstStyle/>
                    <a:p>
                      <a:endParaRPr lang="en-US" sz="1400" dirty="0"/>
                    </a:p>
                  </a:txBody>
                  <a:tcPr/>
                </a:tc>
                <a:tc>
                  <a:txBody>
                    <a:bodyPr/>
                    <a:lstStyle/>
                    <a:p>
                      <a:pPr algn="ctr"/>
                      <a:r>
                        <a:rPr lang="en-US" sz="1400" dirty="0" smtClean="0"/>
                        <a:t>Concept</a:t>
                      </a:r>
                      <a:endParaRPr lang="en-US" sz="1400" dirty="0"/>
                    </a:p>
                  </a:txBody>
                  <a:tcPr anchor="b">
                    <a:solidFill>
                      <a:schemeClr val="accent6">
                        <a:lumMod val="40000"/>
                        <a:lumOff val="60000"/>
                      </a:schemeClr>
                    </a:solidFill>
                  </a:tcPr>
                </a:tc>
                <a:tc>
                  <a:txBody>
                    <a:bodyPr/>
                    <a:lstStyle/>
                    <a:p>
                      <a:pPr algn="ctr"/>
                      <a:r>
                        <a:rPr lang="en-US" sz="1400" dirty="0" smtClean="0"/>
                        <a:t>Value</a:t>
                      </a:r>
                      <a:endParaRPr lang="en-US" sz="1400" dirty="0"/>
                    </a:p>
                  </a:txBody>
                  <a:tcPr anchor="b">
                    <a:solidFill>
                      <a:schemeClr val="accent6">
                        <a:lumMod val="40000"/>
                        <a:lumOff val="60000"/>
                      </a:schemeClr>
                    </a:solidFill>
                  </a:tcPr>
                </a:tc>
                <a:tc>
                  <a:txBody>
                    <a:bodyPr/>
                    <a:lstStyle/>
                    <a:p>
                      <a:pPr algn="ctr"/>
                      <a:r>
                        <a:rPr lang="en-US" sz="1400" dirty="0" smtClean="0"/>
                        <a:t>Concept</a:t>
                      </a:r>
                      <a:endParaRPr lang="en-US" sz="1400" dirty="0"/>
                    </a:p>
                  </a:txBody>
                  <a:tcPr anchor="b">
                    <a:solidFill>
                      <a:schemeClr val="accent6">
                        <a:lumMod val="40000"/>
                        <a:lumOff val="60000"/>
                      </a:schemeClr>
                    </a:solidFill>
                  </a:tcPr>
                </a:tc>
                <a:tc>
                  <a:txBody>
                    <a:bodyPr/>
                    <a:lstStyle/>
                    <a:p>
                      <a:pPr algn="ctr"/>
                      <a:r>
                        <a:rPr lang="en-US" sz="1400" dirty="0" smtClean="0"/>
                        <a:t>Value</a:t>
                      </a:r>
                      <a:endParaRPr lang="en-US" sz="1400" dirty="0"/>
                    </a:p>
                  </a:txBody>
                  <a:tcPr anchor="b">
                    <a:solidFill>
                      <a:schemeClr val="accent6">
                        <a:lumMod val="40000"/>
                        <a:lumOff val="60000"/>
                      </a:schemeClr>
                    </a:solidFill>
                  </a:tcPr>
                </a:tc>
                <a:tc>
                  <a:txBody>
                    <a:bodyPr/>
                    <a:lstStyle/>
                    <a:p>
                      <a:pPr algn="ctr"/>
                      <a:r>
                        <a:rPr lang="en-US" sz="1400" dirty="0" smtClean="0"/>
                        <a:t>Concept</a:t>
                      </a:r>
                      <a:endParaRPr lang="en-US" sz="1400" dirty="0"/>
                    </a:p>
                  </a:txBody>
                  <a:tcPr anchor="b">
                    <a:solidFill>
                      <a:schemeClr val="accent6">
                        <a:lumMod val="40000"/>
                        <a:lumOff val="60000"/>
                      </a:schemeClr>
                    </a:solidFill>
                  </a:tcPr>
                </a:tc>
                <a:tc>
                  <a:txBody>
                    <a:bodyPr/>
                    <a:lstStyle/>
                    <a:p>
                      <a:pPr algn="ctr"/>
                      <a:r>
                        <a:rPr lang="en-US" sz="1400" dirty="0" smtClean="0"/>
                        <a:t>Value</a:t>
                      </a:r>
                      <a:endParaRPr lang="en-US" sz="1400" dirty="0"/>
                    </a:p>
                  </a:txBody>
                  <a:tcPr anchor="b">
                    <a:solidFill>
                      <a:schemeClr val="accent6">
                        <a:lumMod val="40000"/>
                        <a:lumOff val="60000"/>
                      </a:schemeClr>
                    </a:solidFill>
                  </a:tcPr>
                </a:tc>
                <a:tc>
                  <a:txBody>
                    <a:bodyPr/>
                    <a:lstStyle/>
                    <a:p>
                      <a:pPr algn="ctr"/>
                      <a:r>
                        <a:rPr lang="en-US" sz="1400" dirty="0" smtClean="0"/>
                        <a:t>Concept</a:t>
                      </a:r>
                      <a:endParaRPr lang="en-US" sz="1400" dirty="0"/>
                    </a:p>
                  </a:txBody>
                  <a:tcPr anchor="b">
                    <a:solidFill>
                      <a:schemeClr val="accent6">
                        <a:lumMod val="40000"/>
                        <a:lumOff val="60000"/>
                      </a:schemeClr>
                    </a:solidFill>
                  </a:tcPr>
                </a:tc>
                <a:tc>
                  <a:txBody>
                    <a:bodyPr/>
                    <a:lstStyle/>
                    <a:p>
                      <a:pPr algn="ctr"/>
                      <a:r>
                        <a:rPr lang="en-US" sz="1400" dirty="0" smtClean="0"/>
                        <a:t>Value</a:t>
                      </a:r>
                      <a:endParaRPr lang="en-US" sz="1400" dirty="0"/>
                    </a:p>
                  </a:txBody>
                  <a:tcPr anchor="b">
                    <a:solidFill>
                      <a:schemeClr val="accent6">
                        <a:lumMod val="40000"/>
                        <a:lumOff val="60000"/>
                      </a:schemeClr>
                    </a:solidFill>
                  </a:tcPr>
                </a:tc>
                <a:extLst>
                  <a:ext uri="{0D108BD9-81ED-4DB2-BD59-A6C34878D82A}">
                    <a16:rowId xmlns:a16="http://schemas.microsoft.com/office/drawing/2014/main" val="3041844294"/>
                  </a:ext>
                </a:extLst>
              </a:tr>
              <a:tr h="1145057">
                <a:tc>
                  <a:txBody>
                    <a:bodyPr/>
                    <a:lstStyle/>
                    <a:p>
                      <a:pPr marL="0" indent="0">
                        <a:buFont typeface="Arial" panose="020B0604020202020204" pitchFamily="34" charset="0"/>
                        <a:buNone/>
                      </a:pPr>
                      <a:r>
                        <a:rPr lang="en-US" sz="1400" b="0" dirty="0" smtClean="0"/>
                        <a:t>The</a:t>
                      </a:r>
                      <a:r>
                        <a:rPr lang="en-US" sz="1400" b="0" baseline="0" dirty="0" smtClean="0"/>
                        <a:t> </a:t>
                      </a:r>
                      <a:r>
                        <a:rPr lang="en-US" sz="1400" b="0" dirty="0" smtClean="0"/>
                        <a:t>model  assumes that the final IICRA</a:t>
                      </a:r>
                      <a:r>
                        <a:rPr lang="en-US" sz="1400" b="0" baseline="0" dirty="0" smtClean="0"/>
                        <a:t> score is</a:t>
                      </a:r>
                      <a:r>
                        <a:rPr lang="en-US" sz="1400" b="0" dirty="0" smtClean="0"/>
                        <a:t> solely derived from assumptions relating to</a:t>
                      </a:r>
                    </a:p>
                    <a:p>
                      <a:pPr marL="0" indent="0">
                        <a:buFont typeface="Arial" panose="020B0604020202020204" pitchFamily="34" charset="0"/>
                        <a:buNone/>
                      </a:pPr>
                      <a:r>
                        <a:rPr lang="en-US" sz="1400" b="0" dirty="0" smtClean="0"/>
                        <a:t>industry and country risk</a:t>
                      </a:r>
                      <a:r>
                        <a:rPr lang="en-US" sz="1400" b="0" baseline="0" dirty="0" smtClean="0"/>
                        <a:t> </a:t>
                      </a:r>
                      <a:r>
                        <a:rPr lang="en-US" sz="1400" b="0" dirty="0" smtClean="0"/>
                        <a:t>factors. </a:t>
                      </a:r>
                      <a:endParaRPr lang="en-US" sz="1400" dirty="0"/>
                    </a:p>
                  </a:txBody>
                  <a:tcPr anchor="ctr"/>
                </a:tc>
                <a:tc>
                  <a:txBody>
                    <a:bodyPr/>
                    <a:lstStyle/>
                    <a:p>
                      <a:pPr algn="ctr"/>
                      <a:r>
                        <a:rPr lang="en-US" sz="1400" dirty="0" smtClean="0"/>
                        <a:t>X</a:t>
                      </a:r>
                      <a:endParaRPr lang="en-US" sz="1400" dirty="0"/>
                    </a:p>
                  </a:txBody>
                  <a:tcPr anchor="ctr"/>
                </a:tc>
                <a:tc>
                  <a:txBody>
                    <a:bodyPr/>
                    <a:lstStyle/>
                    <a:p>
                      <a:pPr algn="ctr"/>
                      <a:endParaRPr lang="en-US" sz="1400" dirty="0"/>
                    </a:p>
                  </a:txBody>
                  <a:tcPr anchor="ctr"/>
                </a:tc>
                <a:tc>
                  <a:txBody>
                    <a:bodyPr/>
                    <a:lstStyle/>
                    <a:p>
                      <a:pPr algn="ctr"/>
                      <a:endParaRPr lang="en-US" sz="1400" dirty="0"/>
                    </a:p>
                  </a:txBody>
                  <a:tcPr anchor="ctr"/>
                </a:tc>
                <a:tc>
                  <a:txBody>
                    <a:bodyPr/>
                    <a:lstStyle/>
                    <a:p>
                      <a:pPr algn="ctr"/>
                      <a:endParaRPr lang="en-US" sz="1400" dirty="0"/>
                    </a:p>
                  </a:txBody>
                  <a:tcPr anchor="ctr"/>
                </a:tc>
                <a:tc>
                  <a:txBody>
                    <a:bodyPr/>
                    <a:lstStyle/>
                    <a:p>
                      <a:pPr algn="ctr"/>
                      <a:endParaRPr lang="en-US" sz="1400" dirty="0"/>
                    </a:p>
                  </a:txBody>
                  <a:tcPr anchor="ctr"/>
                </a:tc>
                <a:tc>
                  <a:txBody>
                    <a:bodyPr/>
                    <a:lstStyle/>
                    <a:p>
                      <a:pPr algn="ctr"/>
                      <a:r>
                        <a:rPr lang="en-US" sz="1400" dirty="0" smtClean="0"/>
                        <a:t>x</a:t>
                      </a:r>
                      <a:endParaRPr lang="en-US" sz="1400" dirty="0"/>
                    </a:p>
                  </a:txBody>
                  <a:tcPr anchor="ctr"/>
                </a:tc>
                <a:tc>
                  <a:txBody>
                    <a:bodyPr/>
                    <a:lstStyle/>
                    <a:p>
                      <a:pPr algn="ctr"/>
                      <a:endParaRPr lang="en-US" sz="1400" dirty="0"/>
                    </a:p>
                  </a:txBody>
                  <a:tcPr anchor="ctr"/>
                </a:tc>
                <a:tc>
                  <a:txBody>
                    <a:bodyPr/>
                    <a:lstStyle/>
                    <a:p>
                      <a:pPr algn="ctr"/>
                      <a:endParaRPr lang="en-US" sz="1400" dirty="0"/>
                    </a:p>
                  </a:txBody>
                  <a:tcPr anchor="ctr"/>
                </a:tc>
                <a:extLst>
                  <a:ext uri="{0D108BD9-81ED-4DB2-BD59-A6C34878D82A}">
                    <a16:rowId xmlns:a16="http://schemas.microsoft.com/office/drawing/2014/main" val="3876683084"/>
                  </a:ext>
                </a:extLst>
              </a:tr>
              <a:tr h="203565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solidFill>
                          <a:effectLst/>
                          <a:uLnTx/>
                          <a:uFillTx/>
                          <a:latin typeface="Calibri"/>
                          <a:ea typeface="+mn-ea"/>
                          <a:cs typeface="+mn-cs"/>
                        </a:rPr>
                        <a:t>The model </a:t>
                      </a:r>
                      <a:r>
                        <a:rPr kumimoji="0" lang="en-US" sz="1400" b="0" i="0" u="none" strike="noStrike" kern="1200" cap="none" spc="0" normalizeH="0" baseline="0" noProof="0" dirty="0" smtClean="0">
                          <a:ln>
                            <a:noFill/>
                          </a:ln>
                          <a:solidFill>
                            <a:prstClr val="black"/>
                          </a:solidFill>
                          <a:effectLst/>
                          <a:uLnTx/>
                          <a:uFillTx/>
                          <a:latin typeface="+mn-lt"/>
                          <a:ea typeface="+mn-ea"/>
                          <a:cs typeface="+mn-cs"/>
                        </a:rPr>
                        <a:t>assumes that analytical judgement is applicable in cases where it is  determined that the balance of industry and country risks materially understates or overstates the risks for the insurance sector of operating in a given country. In such cases, the IICRA score can be adjusted by </a:t>
                      </a:r>
                      <a:r>
                        <a:rPr kumimoji="0" lang="en-US" sz="1400" b="0" i="0" u="sng" strike="noStrike" kern="1200" cap="none" spc="0" normalizeH="0" baseline="0" noProof="0" dirty="0" smtClean="0">
                          <a:ln>
                            <a:noFill/>
                          </a:ln>
                          <a:solidFill>
                            <a:prstClr val="black"/>
                          </a:solidFill>
                          <a:effectLst/>
                          <a:uLnTx/>
                          <a:uFillTx/>
                          <a:latin typeface="+mn-lt"/>
                          <a:ea typeface="+mn-ea"/>
                          <a:cs typeface="+mn-cs"/>
                        </a:rPr>
                        <a:t>one</a:t>
                      </a:r>
                      <a:r>
                        <a:rPr kumimoji="0" lang="en-US" sz="1400" b="0" i="0" u="none" strike="noStrike" kern="1200" cap="none" spc="0" normalizeH="0" baseline="0" noProof="0" dirty="0" smtClean="0">
                          <a:ln>
                            <a:noFill/>
                          </a:ln>
                          <a:solidFill>
                            <a:prstClr val="black"/>
                          </a:solidFill>
                          <a:effectLst/>
                          <a:uLnTx/>
                          <a:uFillTx/>
                          <a:latin typeface="+mn-lt"/>
                          <a:ea typeface="+mn-ea"/>
                          <a:cs typeface="+mn-cs"/>
                        </a:rPr>
                        <a:t> category.</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txBody>
                  <a:tcPr anchor="ctr"/>
                </a:tc>
                <a:tc>
                  <a:txBody>
                    <a:bodyPr/>
                    <a:lstStyle/>
                    <a:p>
                      <a:pPr algn="ctr"/>
                      <a:r>
                        <a:rPr lang="en-US" sz="1400" dirty="0" smtClean="0"/>
                        <a:t>x</a:t>
                      </a:r>
                      <a:endParaRPr lang="en-US" sz="1400" dirty="0"/>
                    </a:p>
                  </a:txBody>
                  <a:tcPr anchor="ctr"/>
                </a:tc>
                <a:tc>
                  <a:txBody>
                    <a:bodyPr/>
                    <a:lstStyle/>
                    <a:p>
                      <a:pPr algn="ctr"/>
                      <a:endParaRPr lang="en-US" sz="1400" dirty="0"/>
                    </a:p>
                  </a:txBody>
                  <a:tcPr anchor="ctr"/>
                </a:tc>
                <a:tc>
                  <a:txBody>
                    <a:bodyPr/>
                    <a:lstStyle/>
                    <a:p>
                      <a:pPr algn="ctr"/>
                      <a:endParaRPr lang="en-US" sz="1400" dirty="0"/>
                    </a:p>
                  </a:txBody>
                  <a:tcPr anchor="ctr"/>
                </a:tc>
                <a:tc>
                  <a:txBody>
                    <a:bodyPr/>
                    <a:lstStyle/>
                    <a:p>
                      <a:pPr algn="ctr"/>
                      <a:endParaRPr lang="en-US" sz="1400" dirty="0"/>
                    </a:p>
                  </a:txBody>
                  <a:tcPr anchor="ctr"/>
                </a:tc>
                <a:tc>
                  <a:txBody>
                    <a:bodyPr/>
                    <a:lstStyle/>
                    <a:p>
                      <a:pPr algn="ctr"/>
                      <a:endParaRPr lang="en-US" sz="1400" dirty="0"/>
                    </a:p>
                  </a:txBody>
                  <a:tcPr anchor="ctr"/>
                </a:tc>
                <a:tc>
                  <a:txBody>
                    <a:bodyPr/>
                    <a:lstStyle/>
                    <a:p>
                      <a:pPr algn="ctr"/>
                      <a:r>
                        <a:rPr lang="en-US" sz="1400" dirty="0" smtClean="0"/>
                        <a:t>x</a:t>
                      </a:r>
                      <a:endParaRPr lang="en-US" sz="1400" dirty="0"/>
                    </a:p>
                  </a:txBody>
                  <a:tcPr anchor="ctr"/>
                </a:tc>
                <a:tc>
                  <a:txBody>
                    <a:bodyPr/>
                    <a:lstStyle/>
                    <a:p>
                      <a:pPr algn="ctr"/>
                      <a:endParaRPr lang="en-US" sz="1400" dirty="0"/>
                    </a:p>
                  </a:txBody>
                  <a:tcPr anchor="ctr"/>
                </a:tc>
                <a:tc>
                  <a:txBody>
                    <a:bodyPr/>
                    <a:lstStyle/>
                    <a:p>
                      <a:pPr algn="ctr"/>
                      <a:endParaRPr lang="en-US" sz="1400" dirty="0"/>
                    </a:p>
                  </a:txBody>
                  <a:tcPr anchor="ctr"/>
                </a:tc>
                <a:extLst>
                  <a:ext uri="{0D108BD9-81ED-4DB2-BD59-A6C34878D82A}">
                    <a16:rowId xmlns:a16="http://schemas.microsoft.com/office/drawing/2014/main" val="4027699984"/>
                  </a:ext>
                </a:extLst>
              </a:tr>
            </a:tbl>
          </a:graphicData>
        </a:graphic>
      </p:graphicFrame>
    </p:spTree>
    <p:extLst>
      <p:ext uri="{BB962C8B-B14F-4D97-AF65-F5344CB8AC3E}">
        <p14:creationId xmlns:p14="http://schemas.microsoft.com/office/powerpoint/2010/main" val="1392297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pPr/>
              <a:t>9</a:t>
            </a:fld>
            <a:endParaRPr lang="en-US" dirty="0"/>
          </a:p>
        </p:txBody>
      </p:sp>
      <p:sp>
        <p:nvSpPr>
          <p:cNvPr id="11" name="Title 10"/>
          <p:cNvSpPr>
            <a:spLocks noGrp="1"/>
          </p:cNvSpPr>
          <p:nvPr>
            <p:ph type="title"/>
          </p:nvPr>
        </p:nvSpPr>
        <p:spPr>
          <a:xfrm>
            <a:off x="227013" y="250763"/>
            <a:ext cx="8688387" cy="328754"/>
          </a:xfrm>
        </p:spPr>
        <p:txBody>
          <a:bodyPr/>
          <a:lstStyle/>
          <a:p>
            <a:r>
              <a:rPr lang="en-US" sz="1800" dirty="0"/>
              <a:t>6</a:t>
            </a:r>
            <a:r>
              <a:rPr lang="en-US" sz="1800" dirty="0" smtClean="0"/>
              <a:t>. Key Model Assumptions:</a:t>
            </a:r>
            <a:endParaRPr lang="en-US" sz="1800" dirty="0"/>
          </a:p>
        </p:txBody>
      </p:sp>
      <p:graphicFrame>
        <p:nvGraphicFramePr>
          <p:cNvPr id="4" name="Table 3"/>
          <p:cNvGraphicFramePr>
            <a:graphicFrameLocks noGrp="1"/>
          </p:cNvGraphicFramePr>
          <p:nvPr>
            <p:extLst>
              <p:ext uri="{D42A27DB-BD31-4B8C-83A1-F6EECF244321}">
                <p14:modId xmlns:p14="http://schemas.microsoft.com/office/powerpoint/2010/main" val="3704698508"/>
              </p:ext>
            </p:extLst>
          </p:nvPr>
        </p:nvGraphicFramePr>
        <p:xfrm>
          <a:off x="313158" y="1319723"/>
          <a:ext cx="8516096" cy="3384850"/>
        </p:xfrm>
        <a:graphic>
          <a:graphicData uri="http://schemas.openxmlformats.org/drawingml/2006/table">
            <a:tbl>
              <a:tblPr firstRow="1" bandRow="1">
                <a:tableStyleId>{5940675A-B579-460E-94D1-54222C63F5DA}</a:tableStyleId>
              </a:tblPr>
              <a:tblGrid>
                <a:gridCol w="4040645">
                  <a:extLst>
                    <a:ext uri="{9D8B030D-6E8A-4147-A177-3AD203B41FA5}">
                      <a16:colId xmlns:a16="http://schemas.microsoft.com/office/drawing/2014/main" val="2654965970"/>
                    </a:ext>
                  </a:extLst>
                </a:gridCol>
                <a:gridCol w="1491817">
                  <a:extLst>
                    <a:ext uri="{9D8B030D-6E8A-4147-A177-3AD203B41FA5}">
                      <a16:colId xmlns:a16="http://schemas.microsoft.com/office/drawing/2014/main" val="833170874"/>
                    </a:ext>
                  </a:extLst>
                </a:gridCol>
                <a:gridCol w="1491817">
                  <a:extLst>
                    <a:ext uri="{9D8B030D-6E8A-4147-A177-3AD203B41FA5}">
                      <a16:colId xmlns:a16="http://schemas.microsoft.com/office/drawing/2014/main" val="3510558060"/>
                    </a:ext>
                  </a:extLst>
                </a:gridCol>
                <a:gridCol w="1491817">
                  <a:extLst>
                    <a:ext uri="{9D8B030D-6E8A-4147-A177-3AD203B41FA5}">
                      <a16:colId xmlns:a16="http://schemas.microsoft.com/office/drawing/2014/main" val="330661319"/>
                    </a:ext>
                  </a:extLst>
                </a:gridCol>
              </a:tblGrid>
              <a:tr h="763570">
                <a:tc rowSpan="2">
                  <a:txBody>
                    <a:bodyPr/>
                    <a:lstStyle/>
                    <a:p>
                      <a:pPr algn="ctr"/>
                      <a:r>
                        <a:rPr lang="en-US" sz="1400" dirty="0" smtClean="0"/>
                        <a:t>Description of Assumption</a:t>
                      </a:r>
                      <a:endParaRPr lang="en-US" sz="1400" dirty="0"/>
                    </a:p>
                  </a:txBody>
                  <a:tcPr anchor="b">
                    <a:solidFill>
                      <a:schemeClr val="accent6">
                        <a:lumMod val="40000"/>
                        <a:lumOff val="60000"/>
                      </a:schemeClr>
                    </a:solidFill>
                  </a:tcPr>
                </a:tc>
                <a:tc gridSpan="3">
                  <a:txBody>
                    <a:bodyPr/>
                    <a:lstStyle/>
                    <a:p>
                      <a:pPr algn="ctr"/>
                      <a:r>
                        <a:rPr lang="en-US" sz="1400" dirty="0" smtClean="0"/>
                        <a:t>Assumption deployment</a:t>
                      </a:r>
                      <a:r>
                        <a:rPr lang="en-US" sz="1400" baseline="0" dirty="0" smtClean="0"/>
                        <a:t> in model</a:t>
                      </a:r>
                      <a:endParaRPr lang="en-US" sz="1400" dirty="0"/>
                    </a:p>
                  </a:txBody>
                  <a:tcPr anchor="b">
                    <a:solidFill>
                      <a:schemeClr val="accent6">
                        <a:lumMod val="40000"/>
                        <a:lumOff val="60000"/>
                      </a:schemeClr>
                    </a:solidFill>
                  </a:tcPr>
                </a:tc>
                <a:tc hMerge="1">
                  <a:txBody>
                    <a:bodyPr/>
                    <a:lstStyle/>
                    <a:p>
                      <a:endParaRPr lang="en-US"/>
                    </a:p>
                  </a:txBody>
                  <a:tcPr/>
                </a:tc>
                <a:tc hMerge="1">
                  <a:txBody>
                    <a:bodyPr/>
                    <a:lstStyle/>
                    <a:p>
                      <a:pPr algn="ctr"/>
                      <a:endParaRPr lang="en-US" sz="1400" dirty="0"/>
                    </a:p>
                  </a:txBody>
                  <a:tcPr/>
                </a:tc>
                <a:extLst>
                  <a:ext uri="{0D108BD9-81ED-4DB2-BD59-A6C34878D82A}">
                    <a16:rowId xmlns:a16="http://schemas.microsoft.com/office/drawing/2014/main" val="3155924926"/>
                  </a:ext>
                </a:extLst>
              </a:tr>
              <a:tr h="480341">
                <a:tc vMerge="1">
                  <a:txBody>
                    <a:bodyPr/>
                    <a:lstStyle/>
                    <a:p>
                      <a:endParaRPr lang="en-US" sz="1400" dirty="0"/>
                    </a:p>
                  </a:txBody>
                  <a:tcPr/>
                </a:tc>
                <a:tc>
                  <a:txBody>
                    <a:bodyPr/>
                    <a:lstStyle/>
                    <a:p>
                      <a:pPr algn="ctr"/>
                      <a:r>
                        <a:rPr lang="en-US" sz="1400" dirty="0" smtClean="0"/>
                        <a:t>User Input</a:t>
                      </a:r>
                      <a:endParaRPr lang="en-US" sz="1400" dirty="0"/>
                    </a:p>
                  </a:txBody>
                  <a:tcPr anchor="b">
                    <a:solidFill>
                      <a:schemeClr val="accent6">
                        <a:lumMod val="40000"/>
                        <a:lumOff val="60000"/>
                      </a:schemeClr>
                    </a:solidFill>
                  </a:tcPr>
                </a:tc>
                <a:tc>
                  <a:txBody>
                    <a:bodyPr/>
                    <a:lstStyle/>
                    <a:p>
                      <a:pPr algn="ctr"/>
                      <a:r>
                        <a:rPr lang="en-US" sz="1400" dirty="0" smtClean="0"/>
                        <a:t>Embedded</a:t>
                      </a:r>
                      <a:endParaRPr lang="en-US" sz="1400" dirty="0"/>
                    </a:p>
                  </a:txBody>
                  <a:tcPr anchor="b">
                    <a:solidFill>
                      <a:schemeClr val="accent6">
                        <a:lumMod val="40000"/>
                        <a:lumOff val="60000"/>
                      </a:schemeClr>
                    </a:solidFill>
                  </a:tcPr>
                </a:tc>
                <a:tc>
                  <a:txBody>
                    <a:bodyPr/>
                    <a:lstStyle/>
                    <a:p>
                      <a:pPr algn="ctr"/>
                      <a:r>
                        <a:rPr lang="en-US" sz="1400" dirty="0" smtClean="0"/>
                        <a:t>Override Capability</a:t>
                      </a:r>
                      <a:endParaRPr lang="en-US" sz="1400" dirty="0"/>
                    </a:p>
                  </a:txBody>
                  <a:tcPr anchor="b">
                    <a:solidFill>
                      <a:schemeClr val="accent6">
                        <a:lumMod val="40000"/>
                        <a:lumOff val="60000"/>
                      </a:schemeClr>
                    </a:solidFill>
                  </a:tcPr>
                </a:tc>
                <a:extLst>
                  <a:ext uri="{0D108BD9-81ED-4DB2-BD59-A6C34878D82A}">
                    <a16:rowId xmlns:a16="http://schemas.microsoft.com/office/drawing/2014/main" val="3391896594"/>
                  </a:ext>
                </a:extLst>
              </a:tr>
              <a:tr h="480341">
                <a:tc>
                  <a:txBody>
                    <a:bodyPr/>
                    <a:lstStyle/>
                    <a:p>
                      <a:pPr marL="0" indent="0">
                        <a:buFont typeface="Arial" panose="020B0604020202020204" pitchFamily="34" charset="0"/>
                        <a:buNone/>
                      </a:pPr>
                      <a:r>
                        <a:rPr lang="en-US" sz="1400" b="0" dirty="0" smtClean="0"/>
                        <a:t>The</a:t>
                      </a:r>
                      <a:r>
                        <a:rPr lang="en-US" sz="1400" b="0" baseline="0" dirty="0" smtClean="0"/>
                        <a:t> </a:t>
                      </a:r>
                      <a:r>
                        <a:rPr lang="en-US" sz="1400" b="0" dirty="0" smtClean="0"/>
                        <a:t>model  assumes that the final IICRA</a:t>
                      </a:r>
                      <a:r>
                        <a:rPr lang="en-US" sz="1400" b="0" baseline="0" dirty="0" smtClean="0"/>
                        <a:t> score is</a:t>
                      </a:r>
                      <a:r>
                        <a:rPr lang="en-US" sz="1400" b="0" dirty="0" smtClean="0"/>
                        <a:t> solely derived from assumptions relating to</a:t>
                      </a:r>
                    </a:p>
                    <a:p>
                      <a:pPr marL="0" indent="0">
                        <a:buFont typeface="Arial" panose="020B0604020202020204" pitchFamily="34" charset="0"/>
                        <a:buNone/>
                      </a:pPr>
                      <a:r>
                        <a:rPr lang="en-US" sz="1400" b="0" dirty="0" smtClean="0"/>
                        <a:t>industry and country risk</a:t>
                      </a:r>
                      <a:r>
                        <a:rPr lang="en-US" sz="1400" b="0" baseline="0" dirty="0" smtClean="0"/>
                        <a:t> </a:t>
                      </a:r>
                      <a:r>
                        <a:rPr lang="en-US" sz="1400" b="0" dirty="0" smtClean="0"/>
                        <a:t>factors. </a:t>
                      </a:r>
                      <a:endParaRPr lang="en-US" sz="1400" dirty="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smtClean="0"/>
                        <a:t>x</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smtClean="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smtClean="0"/>
                    </a:p>
                  </a:txBody>
                  <a:tcPr anchor="ctr"/>
                </a:tc>
                <a:extLst>
                  <a:ext uri="{0D108BD9-81ED-4DB2-BD59-A6C34878D82A}">
                    <a16:rowId xmlns:a16="http://schemas.microsoft.com/office/drawing/2014/main" val="161064728"/>
                  </a:ext>
                </a:extLst>
              </a:tr>
              <a:tr h="48034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solidFill>
                          <a:effectLst/>
                          <a:uLnTx/>
                          <a:uFillTx/>
                          <a:latin typeface="+mn-lt"/>
                          <a:ea typeface="+mn-ea"/>
                          <a:cs typeface="+mn-cs"/>
                        </a:rPr>
                        <a:t>The model assumes that analytical judgement is applicable in cases where it is  determined that the balance of industry and country risks materially understates or overstates the risks for the insurance sector of operating in a given country. In such cases, the IICRA score can be adjusted by one category.</a:t>
                      </a:r>
                      <a:endParaRPr kumimoji="0" lang="en-US" sz="1400" b="0" i="0" u="none" strike="noStrike" kern="1200" cap="none" spc="0" normalizeH="0" baseline="0" noProof="0" dirty="0">
                        <a:ln>
                          <a:noFill/>
                        </a:ln>
                        <a:solidFill>
                          <a:prstClr val="black"/>
                        </a:solidFill>
                        <a:effectLst/>
                        <a:uLnTx/>
                        <a:uFillTx/>
                        <a:latin typeface="+mn-lt"/>
                        <a:ea typeface="+mn-ea"/>
                        <a:cs typeface="+mn-cs"/>
                      </a:endParaRP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smtClean="0"/>
                        <a:t>x</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smtClean="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smtClean="0"/>
                    </a:p>
                  </a:txBody>
                  <a:tcPr anchor="ctr"/>
                </a:tc>
                <a:extLst>
                  <a:ext uri="{0D108BD9-81ED-4DB2-BD59-A6C34878D82A}">
                    <a16:rowId xmlns:a16="http://schemas.microsoft.com/office/drawing/2014/main" val="4093353058"/>
                  </a:ext>
                </a:extLst>
              </a:tr>
            </a:tbl>
          </a:graphicData>
        </a:graphic>
      </p:graphicFrame>
    </p:spTree>
    <p:extLst>
      <p:ext uri="{BB962C8B-B14F-4D97-AF65-F5344CB8AC3E}">
        <p14:creationId xmlns:p14="http://schemas.microsoft.com/office/powerpoint/2010/main" val="1911577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pPr marL="400050" indent="-400050">
              <a:buFont typeface="+mj-lt"/>
              <a:buAutoNum type="romanLcPeriod"/>
            </a:pPr>
            <a:endParaRPr lang="en-US" sz="1600" b="0" dirty="0" smtClean="0"/>
          </a:p>
          <a:p>
            <a:pPr marL="342900" indent="-342900">
              <a:buFont typeface="Arial" panose="020B0604020202020204" pitchFamily="34" charset="0"/>
              <a:buChar char="•"/>
            </a:pPr>
            <a:endParaRPr lang="en-GB" dirty="0"/>
          </a:p>
        </p:txBody>
      </p:sp>
      <p:sp>
        <p:nvSpPr>
          <p:cNvPr id="3" name="Slide Number Placeholder 2"/>
          <p:cNvSpPr>
            <a:spLocks noGrp="1"/>
          </p:cNvSpPr>
          <p:nvPr>
            <p:ph type="sldNum" sz="quarter" idx="16"/>
          </p:nvPr>
        </p:nvSpPr>
        <p:spPr/>
        <p:txBody>
          <a:bodyPr/>
          <a:lstStyle/>
          <a:p>
            <a:fld id="{D8C7B916-C5B8-B44E-8A57-C4F989E2FE98}" type="slidenum">
              <a:rPr lang="en-US" smtClean="0"/>
              <a:pPr/>
              <a:t>10</a:t>
            </a:fld>
            <a:endParaRPr lang="en-US" dirty="0"/>
          </a:p>
        </p:txBody>
      </p:sp>
      <p:sp>
        <p:nvSpPr>
          <p:cNvPr id="11" name="Title 10"/>
          <p:cNvSpPr>
            <a:spLocks noGrp="1"/>
          </p:cNvSpPr>
          <p:nvPr>
            <p:ph type="title"/>
          </p:nvPr>
        </p:nvSpPr>
        <p:spPr>
          <a:xfrm>
            <a:off x="227013" y="280847"/>
            <a:ext cx="8688387" cy="328753"/>
          </a:xfrm>
        </p:spPr>
        <p:txBody>
          <a:bodyPr/>
          <a:lstStyle/>
          <a:p>
            <a:r>
              <a:rPr lang="en-US" sz="1800" dirty="0"/>
              <a:t>7</a:t>
            </a:r>
            <a:r>
              <a:rPr lang="en-US" sz="1800" dirty="0" smtClean="0"/>
              <a:t>. Limitations/Restrictions for the Model</a:t>
            </a:r>
            <a:br>
              <a:rPr lang="en-US" sz="1800" dirty="0" smtClean="0"/>
            </a:br>
            <a:r>
              <a:rPr lang="en-US" sz="1800" dirty="0" smtClean="0"/>
              <a:t/>
            </a:r>
            <a:br>
              <a:rPr lang="en-US" sz="1800" dirty="0" smtClean="0"/>
            </a:br>
            <a:r>
              <a:rPr lang="en-US" sz="1800" dirty="0" smtClean="0"/>
              <a:t> </a:t>
            </a:r>
            <a:r>
              <a:rPr lang="en-US" sz="1600" b="0" dirty="0"/>
              <a:t>The model applies exclusively to the insurance industry. It should only be used to </a:t>
            </a:r>
            <a:r>
              <a:rPr lang="en-US" sz="1600" b="0" dirty="0" smtClean="0"/>
              <a:t>derive </a:t>
            </a:r>
            <a:r>
              <a:rPr lang="en-US" sz="1600" b="0" dirty="0"/>
              <a:t>the IICRAs for a designated combination of industry and country risks.</a:t>
            </a:r>
            <a:br>
              <a:rPr lang="en-US" sz="1600" b="0" dirty="0"/>
            </a:br>
            <a:endParaRPr lang="en-US" sz="1800" dirty="0"/>
          </a:p>
        </p:txBody>
      </p:sp>
      <p:sp>
        <p:nvSpPr>
          <p:cNvPr id="5" name="Content Placeholder 5"/>
          <p:cNvSpPr txBox="1">
            <a:spLocks/>
          </p:cNvSpPr>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dirty="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dirty="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dirty="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dirty="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dirty="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1600" dirty="0" smtClean="0"/>
          </a:p>
          <a:p>
            <a:endParaRPr lang="en-US" sz="1600" dirty="0" smtClean="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116606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0" y="869950"/>
            <a:ext cx="8458200" cy="5248275"/>
          </a:xfrm>
        </p:spPr>
        <p:txBody>
          <a:bodyPr/>
          <a:lstStyle/>
          <a:p>
            <a:pPr hangingPunct="0"/>
            <a:r>
              <a:rPr lang="en-US" sz="1400" b="0" dirty="0"/>
              <a:t>Effective </a:t>
            </a:r>
            <a:r>
              <a:rPr lang="en-US" sz="1400" b="0" dirty="0" smtClean="0"/>
              <a:t>June 2019, </a:t>
            </a:r>
            <a:r>
              <a:rPr lang="en-US" sz="1400" b="0" dirty="0"/>
              <a:t>we incorporated the following changes to the model</a:t>
            </a:r>
            <a:r>
              <a:rPr lang="en-US" sz="1400" b="0" dirty="0" smtClean="0"/>
              <a:t>:</a:t>
            </a:r>
          </a:p>
          <a:p>
            <a:pPr hangingPunct="0"/>
            <a:endParaRPr lang="en-US" sz="1400" b="0" dirty="0"/>
          </a:p>
          <a:p>
            <a:pPr lvl="1" fontAlgn="base" hangingPunct="0"/>
            <a:r>
              <a:rPr lang="en-US" sz="1400" b="0" dirty="0" smtClean="0"/>
              <a:t>updated </a:t>
            </a:r>
            <a:r>
              <a:rPr lang="en-US" sz="1400" b="0" dirty="0"/>
              <a:t>and simplified the IICRA calculation to be consistent with the latest insurer rating methodology criteria; </a:t>
            </a:r>
          </a:p>
          <a:p>
            <a:pPr lvl="0" fontAlgn="base" hangingPunct="0"/>
            <a:endParaRPr lang="en-US" sz="1400" b="0" dirty="0"/>
          </a:p>
          <a:p>
            <a:r>
              <a:rPr lang="en-US" sz="1400" dirty="0" smtClean="0"/>
              <a:t>We do not anticipate that these changes will have an impact on any of our current ratings.</a:t>
            </a:r>
            <a:endParaRPr lang="en-US" sz="1400" dirty="0"/>
          </a:p>
        </p:txBody>
      </p:sp>
      <p:sp>
        <p:nvSpPr>
          <p:cNvPr id="3" name="Slide Number Placeholder 2"/>
          <p:cNvSpPr>
            <a:spLocks noGrp="1"/>
          </p:cNvSpPr>
          <p:nvPr>
            <p:ph type="sldNum" sz="quarter" idx="16"/>
          </p:nvPr>
        </p:nvSpPr>
        <p:spPr/>
        <p:txBody>
          <a:bodyPr/>
          <a:lstStyle/>
          <a:p>
            <a:fld id="{D8C7B916-C5B8-B44E-8A57-C4F989E2FE98}" type="slidenum">
              <a:rPr lang="en-US" smtClean="0"/>
              <a:pPr/>
              <a:t>11</a:t>
            </a:fld>
            <a:endParaRPr lang="en-US" dirty="0"/>
          </a:p>
        </p:txBody>
      </p:sp>
      <p:sp>
        <p:nvSpPr>
          <p:cNvPr id="11" name="Title 10"/>
          <p:cNvSpPr>
            <a:spLocks noGrp="1"/>
          </p:cNvSpPr>
          <p:nvPr>
            <p:ph type="title"/>
          </p:nvPr>
        </p:nvSpPr>
        <p:spPr>
          <a:xfrm>
            <a:off x="227013" y="280846"/>
            <a:ext cx="8688387" cy="328753"/>
          </a:xfrm>
        </p:spPr>
        <p:txBody>
          <a:bodyPr/>
          <a:lstStyle/>
          <a:p>
            <a:r>
              <a:rPr lang="en-US" sz="1800" dirty="0"/>
              <a:t>8</a:t>
            </a:r>
            <a:r>
              <a:rPr lang="en-US" sz="1800" dirty="0" smtClean="0"/>
              <a:t>. Material Changes from Prior Model</a:t>
            </a:r>
            <a:endParaRPr lang="en-US" sz="1800" dirty="0"/>
          </a:p>
        </p:txBody>
      </p:sp>
    </p:spTree>
    <p:extLst>
      <p:ext uri="{BB962C8B-B14F-4D97-AF65-F5344CB8AC3E}">
        <p14:creationId xmlns:p14="http://schemas.microsoft.com/office/powerpoint/2010/main" val="418865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endParaRPr lang="en-US" sz="1600" b="0" dirty="0" smtClean="0"/>
          </a:p>
          <a:p>
            <a:pPr marL="400050" indent="-400050">
              <a:buAutoNum type="romanLcPeriod"/>
            </a:pPr>
            <a:endParaRPr lang="en-US" sz="1600" b="0" dirty="0" smtClean="0"/>
          </a:p>
          <a:p>
            <a:pPr marL="400050" indent="-400050">
              <a:buAutoNum type="romanLcPeriod"/>
            </a:pPr>
            <a:endParaRPr lang="en-US" sz="1600" b="0" dirty="0" smtClean="0"/>
          </a:p>
          <a:p>
            <a:endParaRPr lang="en-US" sz="1600" b="0" dirty="0"/>
          </a:p>
          <a:p>
            <a:endParaRPr lang="en-US" sz="1600" b="0" dirty="0" smtClean="0"/>
          </a:p>
          <a:p>
            <a:endParaRPr lang="en-US" sz="1600" b="0" dirty="0"/>
          </a:p>
          <a:p>
            <a:endParaRPr lang="en-US" sz="1600" dirty="0"/>
          </a:p>
          <a:p>
            <a:pPr marL="400050" indent="-400050">
              <a:buFont typeface="+mj-lt"/>
              <a:buAutoNum type="romanLcPeriod"/>
            </a:pPr>
            <a:endParaRPr lang="en-US" sz="1600" b="0" dirty="0" smtClean="0"/>
          </a:p>
          <a:p>
            <a:endParaRPr lang="en-US" sz="1600" dirty="0" smtClean="0"/>
          </a:p>
          <a:p>
            <a:endParaRPr lang="en-GB" sz="1600" dirty="0"/>
          </a:p>
          <a:p>
            <a:pPr marL="342900" indent="-342900">
              <a:buFont typeface="Arial" panose="020B0604020202020204" pitchFamily="34" charset="0"/>
              <a:buChar char="•"/>
            </a:pPr>
            <a:endParaRPr lang="en-GB" dirty="0"/>
          </a:p>
        </p:txBody>
      </p:sp>
      <p:sp>
        <p:nvSpPr>
          <p:cNvPr id="3" name="Slide Number Placeholder 2"/>
          <p:cNvSpPr>
            <a:spLocks noGrp="1"/>
          </p:cNvSpPr>
          <p:nvPr>
            <p:ph type="sldNum" sz="quarter" idx="16"/>
          </p:nvPr>
        </p:nvSpPr>
        <p:spPr/>
        <p:txBody>
          <a:bodyPr/>
          <a:lstStyle/>
          <a:p>
            <a:fld id="{D8C7B916-C5B8-B44E-8A57-C4F989E2FE98}" type="slidenum">
              <a:rPr lang="en-US" smtClean="0"/>
              <a:pPr/>
              <a:t>12</a:t>
            </a:fld>
            <a:endParaRPr lang="en-US" dirty="0"/>
          </a:p>
        </p:txBody>
      </p:sp>
      <p:sp>
        <p:nvSpPr>
          <p:cNvPr id="11" name="Title 10"/>
          <p:cNvSpPr>
            <a:spLocks noGrp="1"/>
          </p:cNvSpPr>
          <p:nvPr>
            <p:ph type="title"/>
          </p:nvPr>
        </p:nvSpPr>
        <p:spPr>
          <a:xfrm>
            <a:off x="227013" y="280846"/>
            <a:ext cx="8688387" cy="322404"/>
          </a:xfrm>
        </p:spPr>
        <p:txBody>
          <a:bodyPr/>
          <a:lstStyle/>
          <a:p>
            <a:r>
              <a:rPr lang="en-US" sz="1800" dirty="0"/>
              <a:t>9</a:t>
            </a:r>
            <a:r>
              <a:rPr lang="en-US" sz="1800" dirty="0" smtClean="0"/>
              <a:t>. Testing:</a:t>
            </a:r>
            <a:endParaRPr lang="en-US" sz="1800" dirty="0"/>
          </a:p>
        </p:txBody>
      </p:sp>
      <p:sp>
        <p:nvSpPr>
          <p:cNvPr id="7" name="Content Placeholder 5"/>
          <p:cNvSpPr txBox="1">
            <a:spLocks/>
          </p:cNvSpPr>
          <p:nvPr/>
        </p:nvSpPr>
        <p:spPr>
          <a:xfrm>
            <a:off x="457201" y="987396"/>
            <a:ext cx="8157882"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dirty="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dirty="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dirty="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dirty="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dirty="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buFont typeface="+mj-lt"/>
              <a:buAutoNum type="arabicPeriod"/>
            </a:pPr>
            <a:r>
              <a:rPr lang="en-US" sz="1400" dirty="0" smtClean="0">
                <a:latin typeface="Arial" panose="020B0604020202020204" pitchFamily="34" charset="0"/>
                <a:cs typeface="Arial" panose="020B0604020202020204" pitchFamily="34" charset="0"/>
              </a:rPr>
              <a:t>  </a:t>
            </a:r>
            <a:r>
              <a:rPr lang="en-US" sz="1400" b="0" dirty="0" smtClean="0">
                <a:latin typeface="Arial" panose="020B0604020202020204" pitchFamily="34" charset="0"/>
                <a:cs typeface="Arial" panose="020B0604020202020204" pitchFamily="34" charset="0"/>
              </a:rPr>
              <a:t>Model tester built an independent implementation of the model in MATLAB based on the model  	specification documents. Approximately 10,000 Random  tests created by the tester. The outputs 	generated by both models were compared and all the results matched with no issues found.</a:t>
            </a:r>
          </a:p>
          <a:p>
            <a:pPr marL="342900" indent="-342900">
              <a:buAutoNum type="arabicPeriod"/>
            </a:pPr>
            <a:r>
              <a:rPr lang="en-US" sz="1400" b="0" dirty="0" smtClean="0">
                <a:latin typeface="Arial" panose="020B0604020202020204" pitchFamily="34" charset="0"/>
                <a:cs typeface="Arial" panose="020B0604020202020204" pitchFamily="34" charset="0"/>
              </a:rPr>
              <a:t>  The practice conducted business testing of approximately 100 test cases on the model with no 	issues found.</a:t>
            </a:r>
          </a:p>
          <a:p>
            <a:endParaRPr lang="en-US" sz="1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108885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endParaRPr lang="en-US" sz="1600" b="0" dirty="0" smtClean="0"/>
          </a:p>
          <a:p>
            <a:pPr marL="400050" indent="-400050">
              <a:buAutoNum type="romanLcPeriod"/>
            </a:pPr>
            <a:endParaRPr lang="en-US" sz="1600" b="0" dirty="0" smtClean="0"/>
          </a:p>
          <a:p>
            <a:pPr marL="400050" indent="-400050">
              <a:buAutoNum type="romanLcPeriod"/>
            </a:pPr>
            <a:endParaRPr lang="en-US" sz="1600" b="0" dirty="0" smtClean="0"/>
          </a:p>
          <a:p>
            <a:endParaRPr lang="en-US" sz="1600" b="0" dirty="0"/>
          </a:p>
          <a:p>
            <a:endParaRPr lang="en-US" sz="1600" b="0" dirty="0" smtClean="0"/>
          </a:p>
          <a:p>
            <a:endParaRPr lang="en-US" sz="1600" b="0" dirty="0"/>
          </a:p>
          <a:p>
            <a:endParaRPr lang="en-US" sz="1600" dirty="0"/>
          </a:p>
          <a:p>
            <a:pPr marL="400050" indent="-400050">
              <a:buFont typeface="+mj-lt"/>
              <a:buAutoNum type="romanLcPeriod"/>
            </a:pPr>
            <a:endParaRPr lang="en-US" sz="1600" b="0" dirty="0" smtClean="0"/>
          </a:p>
          <a:p>
            <a:endParaRPr lang="en-US" sz="1600" dirty="0" smtClean="0"/>
          </a:p>
          <a:p>
            <a:endParaRPr lang="en-GB" sz="1600" dirty="0"/>
          </a:p>
          <a:p>
            <a:pPr marL="342900" indent="-342900">
              <a:buFont typeface="Arial" panose="020B0604020202020204" pitchFamily="34" charset="0"/>
              <a:buChar char="•"/>
            </a:pPr>
            <a:endParaRPr lang="en-GB" dirty="0"/>
          </a:p>
        </p:txBody>
      </p:sp>
      <p:sp>
        <p:nvSpPr>
          <p:cNvPr id="3" name="Slide Number Placeholder 2"/>
          <p:cNvSpPr>
            <a:spLocks noGrp="1"/>
          </p:cNvSpPr>
          <p:nvPr>
            <p:ph type="sldNum" sz="quarter" idx="16"/>
          </p:nvPr>
        </p:nvSpPr>
        <p:spPr/>
        <p:txBody>
          <a:bodyPr/>
          <a:lstStyle/>
          <a:p>
            <a:fld id="{D8C7B916-C5B8-B44E-8A57-C4F989E2FE98}" type="slidenum">
              <a:rPr lang="en-US" smtClean="0"/>
              <a:pPr/>
              <a:t>13</a:t>
            </a:fld>
            <a:endParaRPr lang="en-US" dirty="0"/>
          </a:p>
        </p:txBody>
      </p:sp>
      <p:sp>
        <p:nvSpPr>
          <p:cNvPr id="11" name="Title 10"/>
          <p:cNvSpPr>
            <a:spLocks noGrp="1"/>
          </p:cNvSpPr>
          <p:nvPr>
            <p:ph type="title"/>
          </p:nvPr>
        </p:nvSpPr>
        <p:spPr>
          <a:xfrm>
            <a:off x="227013" y="280846"/>
            <a:ext cx="8688387" cy="322404"/>
          </a:xfrm>
        </p:spPr>
        <p:txBody>
          <a:bodyPr/>
          <a:lstStyle/>
          <a:p>
            <a:r>
              <a:rPr lang="en-US" sz="1800" dirty="0" smtClean="0"/>
              <a:t>10. Back-testing:</a:t>
            </a:r>
            <a:endParaRPr lang="en-US" sz="1800" dirty="0"/>
          </a:p>
        </p:txBody>
      </p:sp>
      <p:sp>
        <p:nvSpPr>
          <p:cNvPr id="7" name="Content Placeholder 5"/>
          <p:cNvSpPr txBox="1">
            <a:spLocks/>
          </p:cNvSpPr>
          <p:nvPr/>
        </p:nvSpPr>
        <p:spPr>
          <a:xfrm>
            <a:off x="457201" y="706438"/>
            <a:ext cx="8458198" cy="5529233"/>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dirty="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dirty="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dirty="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dirty="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dirty="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b="0" i="1" dirty="0"/>
              <a:t>This Covered Model solely implements analytical considerations that are set out in Criteria and/or any associated Guidance document(s). The Criteria back-testing is used to confirm acceptable model performance since this Covered Model embodies the relevant Criteria and corresponding Guidance document(s)”.</a:t>
            </a:r>
            <a:endParaRPr lang="en-US" sz="1400" b="0" dirty="0"/>
          </a:p>
          <a:p>
            <a:r>
              <a:rPr lang="en-US" sz="1400" b="0" dirty="0"/>
              <a:t>MVG reviewed testing results from the Criteria Pre‐RFC Validation conducted in </a:t>
            </a:r>
            <a:r>
              <a:rPr lang="en-US" sz="1400" b="0" dirty="0" smtClean="0"/>
              <a:t>November2018 </a:t>
            </a:r>
            <a:r>
              <a:rPr lang="en-US" sz="1400" b="0" dirty="0"/>
              <a:t>for the proposed Criteria </a:t>
            </a:r>
            <a:r>
              <a:rPr lang="en-US" sz="1400" i="1" dirty="0"/>
              <a:t>“Request For Comment: Insurers Rating Methodology”</a:t>
            </a:r>
            <a:r>
              <a:rPr lang="en-US" sz="1400" dirty="0"/>
              <a:t>. </a:t>
            </a:r>
            <a:r>
              <a:rPr lang="en-US" sz="1400" b="0" dirty="0" smtClean="0"/>
              <a:t>The review </a:t>
            </a:r>
            <a:r>
              <a:rPr lang="en-US" sz="1400" b="0" dirty="0"/>
              <a:t>mainly focuses on Section 7 “Impact Analysis, Back‐ and Stress Testing” </a:t>
            </a:r>
            <a:r>
              <a:rPr lang="en-US" sz="1400" b="0" dirty="0" smtClean="0"/>
              <a:t>and Appendices </a:t>
            </a:r>
            <a:r>
              <a:rPr lang="en-US" sz="1400" b="0" dirty="0"/>
              <a:t>V, VI, and VII in the Criteria Validation Report (CVR) “Criteria Pre‐RFC </a:t>
            </a:r>
            <a:r>
              <a:rPr lang="en-US" sz="1400" b="0" dirty="0" smtClean="0"/>
              <a:t>Validation Report</a:t>
            </a:r>
            <a:r>
              <a:rPr lang="en-US" sz="1400" b="0" dirty="0"/>
              <a:t>” (Project </a:t>
            </a:r>
            <a:r>
              <a:rPr lang="en-US" sz="1400" b="0" dirty="0" smtClean="0"/>
              <a:t>ID: CP‐203).</a:t>
            </a:r>
          </a:p>
          <a:p>
            <a:r>
              <a:rPr lang="en-US" sz="1400" b="0" dirty="0" smtClean="0"/>
              <a:t>Three </a:t>
            </a:r>
            <a:r>
              <a:rPr lang="en-US" sz="1400" b="0" dirty="0"/>
              <a:t>testing exercises were performed in the Criteria Pre‐RFC Validation to verify that </a:t>
            </a:r>
            <a:r>
              <a:rPr lang="en-US" sz="1400" b="0" dirty="0" smtClean="0"/>
              <a:t>the proposed </a:t>
            </a:r>
            <a:r>
              <a:rPr lang="en-US" sz="1400" b="0" dirty="0"/>
              <a:t>Criteria produces expected results without unintended consequences: </a:t>
            </a:r>
            <a:r>
              <a:rPr lang="en-US" sz="1400" b="0" dirty="0" smtClean="0"/>
              <a:t>impact analysis</a:t>
            </a:r>
            <a:r>
              <a:rPr lang="en-US" sz="1400" b="0" dirty="0"/>
              <a:t>, back‐testing and stress testing. The impact analysis used data from the RSR </a:t>
            </a:r>
            <a:r>
              <a:rPr lang="en-US" sz="1400" b="0" dirty="0" smtClean="0"/>
              <a:t>database to </a:t>
            </a:r>
            <a:r>
              <a:rPr lang="en-US" sz="1400" b="0" dirty="0"/>
              <a:t>estimate the impact of using the proposed Criteria on existing Stand‐Alone Credit </a:t>
            </a:r>
            <a:r>
              <a:rPr lang="en-US" sz="1400" b="0" dirty="0" smtClean="0"/>
              <a:t>Profile (SACP</a:t>
            </a:r>
            <a:r>
              <a:rPr lang="en-US" sz="1400" b="0" dirty="0"/>
              <a:t>), given SACP is the key Criteria output to derive Issuer Credit Rating (ICR). By </a:t>
            </a:r>
            <a:r>
              <a:rPr lang="en-US" sz="1400" b="0" dirty="0" smtClean="0"/>
              <a:t>simulating the </a:t>
            </a:r>
            <a:r>
              <a:rPr lang="en-US" sz="1400" b="0" dirty="0"/>
              <a:t>SACP for 496 test cases and carefully reviewing the potential changes, Criteria </a:t>
            </a:r>
            <a:r>
              <a:rPr lang="en-US" sz="1400" b="0" dirty="0" smtClean="0"/>
              <a:t>Validation Group </a:t>
            </a:r>
            <a:r>
              <a:rPr lang="en-US" sz="1400" b="0" dirty="0"/>
              <a:t>(CVG) found the impact testing results to be consistent with the Criteria’s intend. </a:t>
            </a:r>
            <a:r>
              <a:rPr lang="en-US" sz="1400" b="0" dirty="0" smtClean="0"/>
              <a:t>A qualitative </a:t>
            </a:r>
            <a:r>
              <a:rPr lang="en-US" sz="1400" b="0" dirty="0"/>
              <a:t>back‐testing was also performed focusing on exceptions to the Credit </a:t>
            </a:r>
            <a:r>
              <a:rPr lang="en-US" sz="1400" b="0" dirty="0" smtClean="0"/>
              <a:t>Stability Criteria </a:t>
            </a:r>
            <a:r>
              <a:rPr lang="en-US" sz="1400" b="0" dirty="0"/>
              <a:t>(ECS) experienced between January 2008 and March 2018. For those exceptions, </a:t>
            </a:r>
            <a:r>
              <a:rPr lang="en-US" sz="1400" b="0" dirty="0" smtClean="0"/>
              <a:t>CVG identified </a:t>
            </a:r>
            <a:r>
              <a:rPr lang="en-US" sz="1400" b="0" dirty="0"/>
              <a:t>the root causes, simulated the potential rating changes under the proposed </a:t>
            </a:r>
            <a:r>
              <a:rPr lang="en-US" sz="1400" b="0" dirty="0" smtClean="0"/>
              <a:t>Criteria, and </a:t>
            </a:r>
            <a:r>
              <a:rPr lang="en-US" sz="1400" b="0" dirty="0"/>
              <a:t>evaluated whether the causes were addressed under the proposed framework outlined </a:t>
            </a:r>
            <a:r>
              <a:rPr lang="en-US" sz="1400" b="0" dirty="0" smtClean="0"/>
              <a:t>in the </a:t>
            </a:r>
            <a:r>
              <a:rPr lang="en-US" sz="1400" b="0" dirty="0"/>
              <a:t>Criteria. Based on a detailed analysis of the testing results, CVG agreed that the </a:t>
            </a:r>
            <a:r>
              <a:rPr lang="en-US" sz="1400" b="0" dirty="0" smtClean="0"/>
              <a:t>proposed Criteria </a:t>
            </a:r>
            <a:r>
              <a:rPr lang="en-US" sz="1400" b="0" dirty="0"/>
              <a:t>indicates an improvement in terms of timeliness and direction of transactions. To </a:t>
            </a:r>
            <a:r>
              <a:rPr lang="en-US" sz="1400" b="0" dirty="0" smtClean="0"/>
              <a:t>test the </a:t>
            </a:r>
            <a:r>
              <a:rPr lang="en-US" sz="1400" b="0" dirty="0"/>
              <a:t>sensitivity of ratings to changes in key rating factors under proposed Criteria, </a:t>
            </a:r>
            <a:r>
              <a:rPr lang="en-US" sz="1400" b="0" dirty="0" smtClean="0"/>
              <a:t>stress testing </a:t>
            </a:r>
            <a:r>
              <a:rPr lang="en-US" sz="1400" b="0" dirty="0"/>
              <a:t>were conducted under four </a:t>
            </a:r>
            <a:r>
              <a:rPr lang="en-US" sz="1400" b="0" dirty="0" smtClean="0"/>
              <a:t>scenarios. </a:t>
            </a:r>
          </a:p>
          <a:p>
            <a:r>
              <a:rPr lang="en-US" sz="1400" dirty="0" smtClean="0"/>
              <a:t>CVG </a:t>
            </a:r>
            <a:r>
              <a:rPr lang="en-US" sz="1400" dirty="0"/>
              <a:t>concluded in the CVR that the aforementioned testing exercises are sufficient for </a:t>
            </a:r>
            <a:r>
              <a:rPr lang="en-US" sz="1400" dirty="0" smtClean="0"/>
              <a:t>pre‐RFC purpose </a:t>
            </a:r>
            <a:r>
              <a:rPr lang="en-US" sz="1400" dirty="0"/>
              <a:t>and testing results are supportive of the proposed Criteria. Since the </a:t>
            </a:r>
            <a:r>
              <a:rPr lang="en-US" sz="1400" dirty="0" smtClean="0"/>
              <a:t>Model embodies </a:t>
            </a:r>
            <a:r>
              <a:rPr lang="en-US" sz="1400" dirty="0"/>
              <a:t>new IICRA framework specified in the proposed Criteria and the Criteria has </a:t>
            </a:r>
            <a:r>
              <a:rPr lang="en-US" sz="1400" dirty="0" smtClean="0"/>
              <a:t>been sufficiently </a:t>
            </a:r>
            <a:r>
              <a:rPr lang="en-US" sz="1400" dirty="0"/>
              <a:t>tested, MVG concluded that the testing results can support the </a:t>
            </a:r>
            <a:r>
              <a:rPr lang="en-US" sz="1400" dirty="0" smtClean="0"/>
              <a:t>theoretical construction </a:t>
            </a:r>
            <a:r>
              <a:rPr lang="en-US" sz="1400" dirty="0"/>
              <a:t>and key assumptions of the Model.</a:t>
            </a:r>
            <a:endParaRPr lang="en-US" sz="1400" dirty="0"/>
          </a:p>
        </p:txBody>
      </p:sp>
    </p:spTree>
    <p:extLst>
      <p:ext uri="{BB962C8B-B14F-4D97-AF65-F5344CB8AC3E}">
        <p14:creationId xmlns:p14="http://schemas.microsoft.com/office/powerpoint/2010/main" val="3658274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marL="457200" indent="-457200">
              <a:buAutoNum type="arabicPeriod"/>
            </a:pPr>
            <a:r>
              <a:rPr lang="en-GB" sz="1400" dirty="0" smtClean="0"/>
              <a:t>Is </a:t>
            </a:r>
            <a:r>
              <a:rPr lang="en-GB" sz="1400" dirty="0"/>
              <a:t>this a new </a:t>
            </a:r>
            <a:r>
              <a:rPr lang="en-GB" sz="1400" dirty="0" smtClean="0"/>
              <a:t>Model </a:t>
            </a:r>
            <a:r>
              <a:rPr lang="en-GB" sz="1400" dirty="0"/>
              <a:t>or material change to a </a:t>
            </a:r>
            <a:r>
              <a:rPr lang="en-GB" sz="1400" dirty="0" smtClean="0"/>
              <a:t>Model? </a:t>
            </a:r>
            <a:r>
              <a:rPr lang="en-US" sz="1400" b="0" dirty="0" smtClean="0"/>
              <a:t>Material change</a:t>
            </a:r>
            <a:endParaRPr lang="en-GB" sz="1400" b="0" dirty="0" smtClean="0"/>
          </a:p>
          <a:p>
            <a:pPr marL="457200" indent="-457200">
              <a:buAutoNum type="arabicPeriod"/>
            </a:pPr>
            <a:endParaRPr lang="en-US" sz="1400" dirty="0"/>
          </a:p>
          <a:p>
            <a:pPr marL="457200" indent="-457200">
              <a:buAutoNum type="arabicPeriod"/>
            </a:pPr>
            <a:r>
              <a:rPr lang="en-US" sz="1400" dirty="0" smtClean="0"/>
              <a:t>Is training </a:t>
            </a:r>
            <a:r>
              <a:rPr lang="en-US" sz="1400" dirty="0"/>
              <a:t>required ?</a:t>
            </a:r>
            <a:r>
              <a:rPr lang="en-US" sz="1400" dirty="0" smtClean="0">
                <a:solidFill>
                  <a:srgbClr val="FF0000"/>
                </a:solidFill>
              </a:rPr>
              <a:t> </a:t>
            </a:r>
            <a:r>
              <a:rPr lang="en-US" sz="1400" b="0" dirty="0" smtClean="0"/>
              <a:t>No </a:t>
            </a:r>
            <a:r>
              <a:rPr lang="en-US" sz="1400" b="0" dirty="0"/>
              <a:t>(handbook and related criteria are available for new hires</a:t>
            </a:r>
            <a:r>
              <a:rPr lang="en-US" sz="1400" b="0" dirty="0" smtClean="0"/>
              <a:t>)</a:t>
            </a:r>
          </a:p>
          <a:p>
            <a:pPr marL="457200" indent="-457200">
              <a:buAutoNum type="arabicPeriod"/>
            </a:pPr>
            <a:endParaRPr lang="en-US" sz="1400" b="0" dirty="0"/>
          </a:p>
          <a:p>
            <a:pPr marL="457200" indent="-457200">
              <a:buAutoNum type="arabicPeriod"/>
            </a:pPr>
            <a:r>
              <a:rPr lang="en-US" sz="1400" dirty="0" smtClean="0"/>
              <a:t>Has training been completed? </a:t>
            </a:r>
            <a:r>
              <a:rPr lang="en-US" sz="1400" b="0" dirty="0" smtClean="0"/>
              <a:t>N/A</a:t>
            </a:r>
          </a:p>
          <a:p>
            <a:pPr marL="457200" indent="-457200">
              <a:buAutoNum type="arabicPeriod"/>
            </a:pPr>
            <a:endParaRPr lang="en-US" sz="1400" dirty="0"/>
          </a:p>
          <a:p>
            <a:pPr marL="457200" indent="-457200">
              <a:buAutoNum type="arabicPeriod"/>
            </a:pPr>
            <a:r>
              <a:rPr lang="en-US" sz="1400" dirty="0" smtClean="0"/>
              <a:t>Date of completed Model training – </a:t>
            </a:r>
            <a:r>
              <a:rPr lang="en-US" sz="1400" b="0" dirty="0" smtClean="0"/>
              <a:t>N/A</a:t>
            </a:r>
            <a:r>
              <a:rPr lang="en-US" sz="1400" dirty="0" smtClean="0"/>
              <a:t> </a:t>
            </a:r>
            <a:endParaRPr lang="en-US" sz="1400" dirty="0"/>
          </a:p>
        </p:txBody>
      </p:sp>
      <p:sp>
        <p:nvSpPr>
          <p:cNvPr id="3" name="Footer Placeholder 2"/>
          <p:cNvSpPr>
            <a:spLocks noGrp="1"/>
          </p:cNvSpPr>
          <p:nvPr>
            <p:ph type="ftr" sz="quarter" idx="15"/>
          </p:nvPr>
        </p:nvSpPr>
        <p:spPr/>
        <p:txBody>
          <a:bodyPr/>
          <a:lstStyle/>
          <a:p>
            <a:r>
              <a:rPr lang="en-US" dirty="0" smtClean="0"/>
              <a:t>Private &amp; Confidential</a:t>
            </a:r>
            <a:endParaRPr lang="en-US" dirty="0"/>
          </a:p>
        </p:txBody>
      </p:sp>
      <p:sp>
        <p:nvSpPr>
          <p:cNvPr id="4" name="Slide Number Placeholder 3"/>
          <p:cNvSpPr>
            <a:spLocks noGrp="1"/>
          </p:cNvSpPr>
          <p:nvPr>
            <p:ph type="sldNum" sz="quarter" idx="16"/>
          </p:nvPr>
        </p:nvSpPr>
        <p:spPr/>
        <p:txBody>
          <a:bodyPr/>
          <a:lstStyle/>
          <a:p>
            <a:fld id="{146682E1-A610-4FB0-BCC6-241ABE41C99B}" type="slidenum">
              <a:rPr lang="en-US" smtClean="0"/>
              <a:t>14</a:t>
            </a:fld>
            <a:endParaRPr lang="en-US"/>
          </a:p>
        </p:txBody>
      </p:sp>
      <p:sp>
        <p:nvSpPr>
          <p:cNvPr id="5" name="Title 4"/>
          <p:cNvSpPr>
            <a:spLocks noGrp="1"/>
          </p:cNvSpPr>
          <p:nvPr>
            <p:ph type="title"/>
          </p:nvPr>
        </p:nvSpPr>
        <p:spPr/>
        <p:txBody>
          <a:bodyPr/>
          <a:lstStyle/>
          <a:p>
            <a:r>
              <a:rPr lang="en-US" sz="1800" dirty="0" smtClean="0"/>
              <a:t>11. Model Training</a:t>
            </a:r>
            <a:endParaRPr lang="en-US" sz="1800" dirty="0"/>
          </a:p>
        </p:txBody>
      </p:sp>
    </p:spTree>
    <p:extLst>
      <p:ext uri="{BB962C8B-B14F-4D97-AF65-F5344CB8AC3E}">
        <p14:creationId xmlns:p14="http://schemas.microsoft.com/office/powerpoint/2010/main" val="1394636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pPr/>
              <a:t>15</a:t>
            </a:fld>
            <a:endParaRPr lang="en-US" dirty="0"/>
          </a:p>
        </p:txBody>
      </p:sp>
      <p:sp>
        <p:nvSpPr>
          <p:cNvPr id="11" name="Title 10"/>
          <p:cNvSpPr>
            <a:spLocks noGrp="1"/>
          </p:cNvSpPr>
          <p:nvPr>
            <p:ph type="title"/>
          </p:nvPr>
        </p:nvSpPr>
        <p:spPr>
          <a:xfrm>
            <a:off x="228601" y="280847"/>
            <a:ext cx="8686800" cy="322403"/>
          </a:xfrm>
        </p:spPr>
        <p:txBody>
          <a:bodyPr/>
          <a:lstStyle/>
          <a:p>
            <a:r>
              <a:rPr lang="en-US" sz="1800" dirty="0" smtClean="0"/>
              <a:t>12. </a:t>
            </a:r>
            <a:r>
              <a:rPr lang="en-US" sz="1800" dirty="0"/>
              <a:t>Outstanding MVG Findings And Recommendations</a:t>
            </a:r>
            <a:r>
              <a:rPr lang="en-US" sz="1800" dirty="0" smtClean="0"/>
              <a:t>:</a:t>
            </a:r>
            <a:endParaRPr lang="en-US" sz="1800" dirty="0"/>
          </a:p>
        </p:txBody>
      </p:sp>
      <p:sp>
        <p:nvSpPr>
          <p:cNvPr id="6" name="Content Placeholder 5"/>
          <p:cNvSpPr txBox="1">
            <a:spLocks/>
          </p:cNvSpPr>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dirty="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dirty="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dirty="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dirty="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dirty="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600" dirty="0">
                <a:latin typeface="Arial" panose="020B0604020202020204" pitchFamily="34" charset="0"/>
                <a:cs typeface="Arial" panose="020B0604020202020204" pitchFamily="34" charset="0"/>
              </a:rPr>
              <a:t>None. All MVG findings have been resolved as per the Management Action Plan submitted.</a:t>
            </a:r>
          </a:p>
          <a:p>
            <a:endParaRPr lang="en-US" sz="1600" dirty="0" smtClean="0"/>
          </a:p>
          <a:p>
            <a:endParaRPr lang="en-US" sz="1600" dirty="0" smtClean="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626698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pPr/>
              <a:t>16</a:t>
            </a:fld>
            <a:endParaRPr lang="en-US" dirty="0"/>
          </a:p>
        </p:txBody>
      </p:sp>
      <p:sp>
        <p:nvSpPr>
          <p:cNvPr id="11" name="Title 10"/>
          <p:cNvSpPr>
            <a:spLocks noGrp="1"/>
          </p:cNvSpPr>
          <p:nvPr>
            <p:ph type="title"/>
          </p:nvPr>
        </p:nvSpPr>
        <p:spPr>
          <a:xfrm>
            <a:off x="227013" y="280847"/>
            <a:ext cx="8688387" cy="328754"/>
          </a:xfrm>
        </p:spPr>
        <p:txBody>
          <a:bodyPr/>
          <a:lstStyle/>
          <a:p>
            <a:r>
              <a:rPr lang="en-US" sz="1800" dirty="0" smtClean="0"/>
              <a:t>13. List of Model Documentation: screenshot of Model Repository (MDTS)</a:t>
            </a:r>
            <a:endParaRPr lang="en-US" sz="1800" dirty="0">
              <a:solidFill>
                <a:srgbClr val="FF0000"/>
              </a:solidFill>
            </a:endParaRPr>
          </a:p>
        </p:txBody>
      </p:sp>
      <p:sp>
        <p:nvSpPr>
          <p:cNvPr id="5" name="Content Placeholder 5"/>
          <p:cNvSpPr>
            <a:spLocks noGrp="1"/>
          </p:cNvSpPr>
          <p:nvPr>
            <p:ph sz="quarter" idx="13"/>
          </p:nvPr>
        </p:nvSpPr>
        <p:spPr>
          <a:xfrm>
            <a:off x="457201" y="1047750"/>
            <a:ext cx="8229600" cy="962025"/>
          </a:xfrm>
        </p:spPr>
        <p:txBody>
          <a:bodyPr/>
          <a:lstStyle/>
          <a:p>
            <a:pPr marL="576263" lvl="1" indent="-342900"/>
            <a:endParaRPr lang="en-US" sz="1600" b="0" dirty="0" smtClean="0"/>
          </a:p>
          <a:p>
            <a:endParaRPr lang="en-US" sz="1600" b="0" dirty="0"/>
          </a:p>
          <a:p>
            <a:endParaRPr lang="en-US" sz="1600" dirty="0"/>
          </a:p>
          <a:p>
            <a:pPr marL="400050" indent="-400050">
              <a:buFont typeface="+mj-lt"/>
              <a:buAutoNum type="romanLcPeriod"/>
            </a:pPr>
            <a:endParaRPr lang="en-US" sz="1600" b="0" dirty="0" smtClean="0"/>
          </a:p>
          <a:p>
            <a:endParaRPr lang="en-US" sz="1600" dirty="0" smtClean="0"/>
          </a:p>
          <a:p>
            <a:endParaRPr lang="en-GB" sz="1600" dirty="0"/>
          </a:p>
          <a:p>
            <a:pPr marL="342900" indent="-342900">
              <a:buFont typeface="Arial" panose="020B0604020202020204" pitchFamily="34" charset="0"/>
              <a:buChar char="•"/>
            </a:pPr>
            <a:endParaRPr lang="en-GB" dirty="0"/>
          </a:p>
        </p:txBody>
      </p:sp>
      <p:pic>
        <p:nvPicPr>
          <p:cNvPr id="2" name="Picture 1"/>
          <p:cNvPicPr>
            <a:picLocks noChangeAspect="1"/>
          </p:cNvPicPr>
          <p:nvPr/>
        </p:nvPicPr>
        <p:blipFill>
          <a:blip r:embed="rId2"/>
          <a:stretch>
            <a:fillRect/>
          </a:stretch>
        </p:blipFill>
        <p:spPr>
          <a:xfrm>
            <a:off x="395415" y="922638"/>
            <a:ext cx="8219667" cy="4703805"/>
          </a:xfrm>
          <a:prstGeom prst="rect">
            <a:avLst/>
          </a:prstGeom>
        </p:spPr>
      </p:pic>
    </p:spTree>
    <p:extLst>
      <p:ext uri="{BB962C8B-B14F-4D97-AF65-F5344CB8AC3E}">
        <p14:creationId xmlns:p14="http://schemas.microsoft.com/office/powerpoint/2010/main" val="1580644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marL="285750" indent="-285750">
              <a:buFont typeface="Arial" panose="020B0604020202020204" pitchFamily="34" charset="0"/>
              <a:buChar char="•"/>
            </a:pPr>
            <a:r>
              <a:rPr lang="en-US" sz="1800" dirty="0" smtClean="0"/>
              <a:t>Reason for Retirement Request:  </a:t>
            </a:r>
            <a:r>
              <a:rPr lang="en-US" sz="1800" b="0" dirty="0"/>
              <a:t>Model</a:t>
            </a:r>
            <a:r>
              <a:rPr lang="en-US" altLang="en-US" sz="1800" b="0" dirty="0"/>
              <a:t> </a:t>
            </a:r>
            <a:r>
              <a:rPr lang="en-US" sz="1800" dirty="0" smtClean="0">
                <a:solidFill>
                  <a:srgbClr val="FF0000"/>
                </a:solidFill>
              </a:rPr>
              <a:t>RS-INS-GLB-R-000463-V007 </a:t>
            </a:r>
            <a:r>
              <a:rPr lang="en-US" altLang="en-US" sz="1800" b="0" dirty="0"/>
              <a:t>fully supersedes the prior versions.  We thus request that </a:t>
            </a:r>
            <a:r>
              <a:rPr lang="en-US" sz="1800" dirty="0" smtClean="0"/>
              <a:t>RS-INS-GLB-R-000463-V006 </a:t>
            </a:r>
            <a:r>
              <a:rPr lang="en-US" altLang="en-US" sz="1800" b="0" dirty="0"/>
              <a:t>be </a:t>
            </a:r>
            <a:r>
              <a:rPr lang="en-US" altLang="en-US" sz="1800" b="0" dirty="0" smtClean="0"/>
              <a:t>retired on June 28</a:t>
            </a:r>
            <a:r>
              <a:rPr lang="en-US" altLang="en-US" sz="1800" b="0" baseline="30000" dirty="0" smtClean="0"/>
              <a:t>th</a:t>
            </a:r>
            <a:r>
              <a:rPr lang="en-US" altLang="en-US" sz="1800" b="0" dirty="0" smtClean="0"/>
              <a:t> when V007 is scheduled to be put into </a:t>
            </a:r>
            <a:r>
              <a:rPr lang="en-US" altLang="en-US" sz="1800" b="0" dirty="0"/>
              <a:t>B</a:t>
            </a:r>
            <a:r>
              <a:rPr lang="en-US" altLang="en-US" sz="1800" b="0" dirty="0" smtClean="0"/>
              <a:t>usiness Use.</a:t>
            </a:r>
          </a:p>
          <a:p>
            <a:endParaRPr lang="en-US" altLang="en-US" sz="1800" b="0" dirty="0" smtClean="0"/>
          </a:p>
          <a:p>
            <a:pPr marL="285750" indent="-285750">
              <a:buFont typeface="Arial" panose="020B0604020202020204" pitchFamily="34" charset="0"/>
              <a:buChar char="•"/>
            </a:pPr>
            <a:r>
              <a:rPr lang="en-US" sz="1800" b="0" dirty="0" smtClean="0"/>
              <a:t>This model is used in Mexico.</a:t>
            </a:r>
            <a:endParaRPr lang="en-US" sz="1800" b="0" dirty="0"/>
          </a:p>
        </p:txBody>
      </p:sp>
      <p:sp>
        <p:nvSpPr>
          <p:cNvPr id="3" name="Slide Number Placeholder 2"/>
          <p:cNvSpPr>
            <a:spLocks noGrp="1"/>
          </p:cNvSpPr>
          <p:nvPr>
            <p:ph type="sldNum" sz="quarter" idx="16"/>
          </p:nvPr>
        </p:nvSpPr>
        <p:spPr/>
        <p:txBody>
          <a:bodyPr/>
          <a:lstStyle/>
          <a:p>
            <a:fld id="{B270B15E-DA89-4221-8FC4-42200B7F7AB5}" type="slidenum">
              <a:rPr lang="en-US" smtClean="0"/>
              <a:t>17</a:t>
            </a:fld>
            <a:endParaRPr lang="en-US" dirty="0"/>
          </a:p>
        </p:txBody>
      </p:sp>
      <p:sp>
        <p:nvSpPr>
          <p:cNvPr id="4" name="Title 3"/>
          <p:cNvSpPr>
            <a:spLocks noGrp="1"/>
          </p:cNvSpPr>
          <p:nvPr>
            <p:ph type="title"/>
          </p:nvPr>
        </p:nvSpPr>
        <p:spPr/>
        <p:txBody>
          <a:bodyPr/>
          <a:lstStyle/>
          <a:p>
            <a:r>
              <a:rPr lang="en-US" sz="1800" dirty="0" smtClean="0"/>
              <a:t>14. Model Retirement Request</a:t>
            </a:r>
            <a:endParaRPr lang="en-US" sz="1800" dirty="0"/>
          </a:p>
        </p:txBody>
      </p:sp>
    </p:spTree>
    <p:extLst>
      <p:ext uri="{BB962C8B-B14F-4D97-AF65-F5344CB8AC3E}">
        <p14:creationId xmlns:p14="http://schemas.microsoft.com/office/powerpoint/2010/main" val="703549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676" y="183512"/>
            <a:ext cx="7315200" cy="5877046"/>
          </a:xfrm>
        </p:spPr>
        <p:txBody>
          <a:bodyPr/>
          <a:lstStyle/>
          <a:p>
            <a:r>
              <a:rPr lang="en-US" dirty="0" smtClean="0"/>
              <a:t/>
            </a:r>
            <a:br>
              <a:rPr lang="en-US" dirty="0" smtClean="0"/>
            </a:br>
            <a:r>
              <a:rPr lang="en-US" dirty="0"/>
              <a:t/>
            </a:r>
            <a:br>
              <a:rPr lang="en-US" dirty="0"/>
            </a:br>
            <a:r>
              <a:rPr lang="en-US" dirty="0" smtClean="0"/>
              <a:t/>
            </a:r>
            <a:br>
              <a:rPr lang="en-US" dirty="0" smtClean="0"/>
            </a:br>
            <a:r>
              <a:rPr lang="en-US" dirty="0"/>
              <a:t>	</a:t>
            </a:r>
            <a:r>
              <a:rPr lang="en-US" dirty="0" smtClean="0"/>
              <a:t>Thank You</a:t>
            </a:r>
            <a:br>
              <a:rPr lang="en-US" dirty="0" smtClean="0"/>
            </a:br>
            <a:r>
              <a:rPr lang="en-US" dirty="0"/>
              <a:t/>
            </a:r>
            <a:br>
              <a:rPr lang="en-US" dirty="0"/>
            </a:br>
            <a:r>
              <a:rPr lang="en-US" dirty="0" smtClean="0"/>
              <a:t/>
            </a:r>
            <a:br>
              <a:rPr lang="en-US" dirty="0" smtClean="0"/>
            </a:br>
            <a:r>
              <a:rPr lang="en-US" sz="1000" b="1" dirty="0"/>
              <a:t>INTERNAL COMMUNICATION ONLY / NOT FOR EXTERNAL DISTRIBUTION</a:t>
            </a:r>
            <a:r>
              <a:rPr lang="en-US" sz="1000" dirty="0"/>
              <a:t> </a:t>
            </a:r>
            <a:r>
              <a:rPr lang="en-US" sz="1000" b="1" dirty="0"/>
              <a:t/>
            </a:r>
            <a:br>
              <a:rPr lang="en-US" sz="1000" b="1" dirty="0"/>
            </a:br>
            <a:r>
              <a:rPr lang="en-US" sz="1000" b="1" dirty="0"/>
              <a:t>This document is the property of S&amp;P Global Ratings. It contains proprietary and confidential information and is for internal use only by S&amp;P Global Ratings employees.</a:t>
            </a:r>
            <a:br>
              <a:rPr lang="en-US" sz="1000" b="1" dirty="0"/>
            </a:br>
            <a:r>
              <a:rPr lang="en-US" sz="1000" b="1" dirty="0"/>
              <a:t>This document shall not be shown or provided to anyone other than S&amp;P Global Ratings employees</a:t>
            </a:r>
            <a:r>
              <a:rPr lang="en-US" sz="1000" dirty="0"/>
              <a:t/>
            </a:r>
            <a:br>
              <a:rPr lang="en-US" sz="1000" dirty="0"/>
            </a:br>
            <a:r>
              <a:rPr lang="en-US" dirty="0" smtClean="0"/>
              <a:t/>
            </a:r>
            <a:br>
              <a:rPr lang="en-US" dirty="0" smtClean="0"/>
            </a:br>
            <a:r>
              <a:rPr lang="en-US" dirty="0"/>
              <a:t/>
            </a:r>
            <a:br>
              <a:rPr lang="en-US" dirty="0"/>
            </a:br>
            <a:r>
              <a:rPr lang="en-US" dirty="0" smtClean="0"/>
              <a:t/>
            </a:r>
            <a:br>
              <a:rPr lang="en-US" dirty="0" smtClean="0"/>
            </a:br>
            <a:endParaRPr lang="en-US" dirty="0"/>
          </a:p>
        </p:txBody>
      </p:sp>
      <p:sp>
        <p:nvSpPr>
          <p:cNvPr id="6" name="Footer Placeholder 5"/>
          <p:cNvSpPr>
            <a:spLocks noGrp="1"/>
          </p:cNvSpPr>
          <p:nvPr>
            <p:ph type="ftr" sz="quarter" idx="17"/>
          </p:nvPr>
        </p:nvSpPr>
        <p:spPr/>
        <p:txBody>
          <a:bodyPr/>
          <a:lstStyle/>
          <a:p>
            <a:r>
              <a:rPr lang="en-US" smtClean="0"/>
              <a:t>Private &amp; Confidential</a:t>
            </a:r>
            <a:endParaRPr lang="en-US" dirty="0"/>
          </a:p>
        </p:txBody>
      </p:sp>
      <p:sp>
        <p:nvSpPr>
          <p:cNvPr id="5" name="Slide Number Placeholder 4"/>
          <p:cNvSpPr>
            <a:spLocks noGrp="1"/>
          </p:cNvSpPr>
          <p:nvPr>
            <p:ph type="sldNum" sz="quarter" idx="18"/>
          </p:nvPr>
        </p:nvSpPr>
        <p:spPr/>
        <p:txBody>
          <a:bodyPr/>
          <a:lstStyle/>
          <a:p>
            <a:fld id="{BDDC3DCF-E0A7-DA4A-BC2C-1EC3743A297B}" type="slidenum">
              <a:rPr lang="en-US" smtClean="0"/>
              <a:pPr/>
              <a:t>18</a:t>
            </a:fld>
            <a:endParaRPr lang="en-US" dirty="0"/>
          </a:p>
        </p:txBody>
      </p:sp>
    </p:spTree>
    <p:extLst>
      <p:ext uri="{BB962C8B-B14F-4D97-AF65-F5344CB8AC3E}">
        <p14:creationId xmlns:p14="http://schemas.microsoft.com/office/powerpoint/2010/main" val="965889156"/>
      </p:ext>
    </p:extLst>
  </p:cSld>
  <p:clrMapOvr>
    <a:masterClrMapping/>
  </p:clrMapOvr>
  <p:timing>
    <p:tnLst>
      <p:par>
        <p:cTn id="1" dur="indefinite" restart="never" nodeType="tmRoot"/>
      </p:par>
    </p:tnLst>
  </p:timing>
</p:sld>
</file>

<file path=ppt/theme/theme1.xml><?xml version="1.0" encoding="utf-8"?>
<a:theme xmlns:a="http://schemas.openxmlformats.org/drawingml/2006/main" name="S&amp;P Global 2016">
  <a:themeElements>
    <a:clrScheme name="Custom 43">
      <a:dk1>
        <a:sysClr val="windowText" lastClr="000000"/>
      </a:dk1>
      <a:lt1>
        <a:sysClr val="window" lastClr="FFFFFF"/>
      </a:lt1>
      <a:dk2>
        <a:srgbClr val="D6002A"/>
      </a:dk2>
      <a:lt2>
        <a:srgbClr val="DBD9D6"/>
      </a:lt2>
      <a:accent1>
        <a:srgbClr val="3C3C3B"/>
      </a:accent1>
      <a:accent2>
        <a:srgbClr val="7B1E29"/>
      </a:accent2>
      <a:accent3>
        <a:srgbClr val="D53814"/>
      </a:accent3>
      <a:accent4>
        <a:srgbClr val="BEB7A9"/>
      </a:accent4>
      <a:accent5>
        <a:srgbClr val="A79886"/>
      </a:accent5>
      <a:accent6>
        <a:srgbClr val="95B3CC"/>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Platts PowerPoint Template</Template>
  <TotalTime>6127</TotalTime>
  <Words>1235</Words>
  <Application>Microsoft Office PowerPoint</Application>
  <PresentationFormat>On-screen Show (4:3)</PresentationFormat>
  <Paragraphs>211</Paragraphs>
  <Slides>18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MS PGothic</vt:lpstr>
      <vt:lpstr>.AppleSystemUIFont</vt:lpstr>
      <vt:lpstr>Akkurat Pro</vt:lpstr>
      <vt:lpstr>Arial</vt:lpstr>
      <vt:lpstr>Arial Narrow</vt:lpstr>
      <vt:lpstr>Arial Regular</vt:lpstr>
      <vt:lpstr>Calibri</vt:lpstr>
      <vt:lpstr>Times New Roman</vt:lpstr>
      <vt:lpstr>Wingdings</vt:lpstr>
      <vt:lpstr>S&amp;P Global 2016</vt:lpstr>
      <vt:lpstr>RS-INS-GLB-R-000463-V007   IICRA RSR</vt:lpstr>
      <vt:lpstr>Agenda</vt:lpstr>
      <vt:lpstr>1. Executive Summary:</vt:lpstr>
      <vt:lpstr>2. Relevant Criteria Articles:</vt:lpstr>
      <vt:lpstr>3. Development Information: </vt:lpstr>
      <vt:lpstr>4. Deployment Information:</vt:lpstr>
      <vt:lpstr>5. Access &amp; Version Controls for Model Deployment:</vt:lpstr>
      <vt:lpstr>6. Key Model Assumptions:</vt:lpstr>
      <vt:lpstr>6. Key Model Assumptions:</vt:lpstr>
      <vt:lpstr>7. Limitations/Restrictions for the Model   The model applies exclusively to the insurance industry. It should only be used to derive the IICRAs for a designated combination of industry and country risks. </vt:lpstr>
      <vt:lpstr>8. Material Changes from Prior Model</vt:lpstr>
      <vt:lpstr>9. Testing:</vt:lpstr>
      <vt:lpstr>10. Back-testing:</vt:lpstr>
      <vt:lpstr>11. Model Training</vt:lpstr>
      <vt:lpstr>12. Outstanding MVG Findings And Recommendations:</vt:lpstr>
      <vt:lpstr>13. List of Model Documentation: screenshot of Model Repository (MDTS)</vt:lpstr>
      <vt:lpstr>14. Model Retirement Request</vt:lpstr>
      <vt:lpstr>    Thank You   INTERNAL COMMUNICATION ONLY / NOT FOR EXTERNAL DISTRIBUTION  This document is the property of S&amp;P Global Ratings. It contains proprietary and confidential information and is for internal use only by S&amp;P Global Ratings employees. This document shall not be shown or provided to anyone other than S&amp;P Global Ratings employees    </vt:lpstr>
    </vt:vector>
  </TitlesOfParts>
  <Company>The McGraw-Hill Companies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PLATTS POWERPOINT TEMPLATE</dc:title>
  <dc:creator>Noble, Louise</dc:creator>
  <cp:lastModifiedBy>Ding, Derek (Analytical)</cp:lastModifiedBy>
  <cp:revision>485</cp:revision>
  <cp:lastPrinted>2019-06-05T19:49:30Z</cp:lastPrinted>
  <dcterms:created xsi:type="dcterms:W3CDTF">2016-03-04T19:47:25Z</dcterms:created>
  <dcterms:modified xsi:type="dcterms:W3CDTF">2019-06-08T00:56:56Z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8c0e194a-de81-4b66-862c-6cababba84f5</vt:lpwstr>
  </property>
  <property fmtid="{D5CDD505-2E9C-101B-9397-08002B2CF9AE}" pid="3" name="Classification">
    <vt:lpwstr>Internal</vt:lpwstr>
  </property>
</Properties>
</file>